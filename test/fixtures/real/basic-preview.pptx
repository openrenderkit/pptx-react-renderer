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ppt/presentation.xml><?xml version="1.0" encoding="utf-8"?>
<p:presentation xmlns:a="http://schemas.openxmlformats.org/drawingml/2006/main" xmlns:p="http://schemas.openxmlformats.org/presentationml/2006/main">
  <p:sldSz cx="9144000" cy="6858000"/>
</p:presentation>
</file>

<file path=ppt/charts/chart1.xml><?xml version="1.0" encoding="utf-8"?>
<c:chartSpace xmlns:c="http://schemas.openxmlformats.org/drawingml/2006/chart">
  <c:chart/>
</c:chartSpace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2.xml.rels><?xml version="1.0" encoding="UTF-8"?>
<Relationships xmlns="http://schemas.openxmlformats.org/package/2006/relationships">
  <Relationship Id="rIdChart1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sp>
        <p:spPr>
          <a:xfrm>
            <a:off x="457200" y="342900"/>
            <a:ext cx="7315200" cy="1828800"/>
          </a:xfrm>
          <a:prstGeom prst="rect">
            <a:avLst/>
          </a:prstGeom>
        </p:spPr>
        <p:txBody>
          <a:bodyPr wrap="square" anchor="ctr" lIns="12700" rIns="25400"/>
          <a:lstStyle/>
          <a:p>
            <a:r>
              <a:rPr sz="2800" b="1">
                <a:solidFill>
                  <a:srgbClr val="111827"/>
                </a:solidFill>
              </a:rPr>
              <a:t>Quarterly Review</a:t>
            </a:r>
          </a:p>
          <a:p>
            <a:pPr marL="457200" indent="-228600">
              <a:buChar char="•"/>
              <a:buFont typeface="Wingdings"/>
            </a:pPr>
            <a:r>
              <a:rPr sz="2200">
                <a:solidFill>
                  <a:srgbClr val="374151"/>
                </a:solidFill>
              </a:rPr>
              <a:t>Revenue is up 18%</a:t>
            </a:r>
            <a:br/>
            <a:fld type="slidenum">
              <a:rPr sz="1800"/>
              <a:t>1</a:t>
            </a:fld>
          </a:p>
        </p:txBody>
      </p:sp>
      <p:pic>
        <p:blipFill>
          <a:blip r:embed="rId1"/>
        </p:blipFill>
        <p:spPr>
          <a:xfrm>
            <a:off x="6858000" y="685800"/>
            <a:ext cx="1371600" cy="13716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>
        <p:grpSpPr>
          <a:xfrm>
            <a:off x="685800" y="685800"/>
            <a:ext cx="1828800" cy="914400"/>
            <a:chOff x="0" y="0"/>
            <a:chExt cx="1828800" cy="914400"/>
          </a:xfrm>
        </p:grpSpPr>
        <p:sp>
          <p:spPr>
            <a:xfrm>
              <a:off x="685800" y="685800"/>
              <a:ext cx="1828800" cy="914400"/>
            </a:xfrm>
            <a:prstGeom prst="roundRect">
              <a:avLst/>
            </a:prstGeom>
          </p:spPr>
          <p:txBody>
            <a:bodyPr/>
            <a:lstStyle/>
            <a:p>
              <a:r>
                <a:t>Grouped Card</a:t>
              </a:r>
            </a:p>
          </p:txBody>
        </p:sp>
      </p:grpSp>
      <p:graphicFrame>
        <p:xfrm>
          <a:off x="3429000" y="685800"/>
          <a:ext cx="3657600" cy="22860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</p:spTree>
  </p:cSld>
</p:sld>
</file>

<file path=ppt/theme/theme1.xml><?xml version="1.0" encoding="utf-8"?>
<a:theme xmlns:a="http://schemas.openxmlformats.org/drawingml/2006/main">
  <a:themeElements>
    <a:clrScheme name="OpenRenderKit">
      <a:dk1>
        <a:srgbClr val="111111"/>
      </a:dk1>
      <a:lt1>
        <a:srgbClr val="FFFFFF"/>
      </a:lt1>
      <a:accent1>
        <a:srgbClr val="2563EB"/>
      </a:accent1>
      <a:accent2>
        <a:srgbClr val="F97316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</a:clrScheme>
  </a:themeElements>
</a:theme>
</file>