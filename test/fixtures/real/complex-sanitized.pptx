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66" r:id="rId8"/>
    <p:sldId id="259" r:id="rId9"/>
    <p:sldId id="260" r:id="rId10"/>
    <p:sldId id="261" r:id="rId11"/>
    <p:sldId id="265" r:id="rId12"/>
    <p:sldId id="262" r:id="rId13"/>
    <p:sldId id="263" r:id="rId14"/>
    <p:sldId id="267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B69F3-1D5A-EC90-0708-1D4C51F72FCA}" v="1" dt="2025-09-10T12:27:40.813"/>
    <p1510:client id="{2E654E27-DFA3-4917-238D-3D55093F45F7}" v="2" dt="2025-09-10T13:02:06.178"/>
    <p1510:client id="{478EB30B-A474-8746-B09A-77CB1091B27A}" v="255" dt="2025-09-11T05:10:34.124"/>
    <p1510:client id="{516F779A-053C-2876-9BA5-C85244464109}" v="1" dt="2025-09-11T03:25:21.779"/>
    <p1510:client id="{648461C1-23D7-4FCD-91B3-EE85EEB39013}" v="512" dt="2025-09-11T01:50:39.079"/>
    <p1510:client id="{B35AF6A1-A388-3B85-E837-DF31E6886029}" v="38" dt="2025-09-11T03:17:25.888"/>
    <p1510:client id="{E8F1415C-4F1D-1F61-CE7B-57ED7ABFAA79}" v="4" dt="2025-09-11T04:46:19.634"/>
    <p1510:client id="{FC5E847D-C321-C9CB-ECF2-D01C79542EE1}" v="87" dt="2025-09-11T04:23:51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3"/>
    <p:restoredTop sz="83227"/>
  </p:normalViewPr>
  <p:slideViewPr>
    <p:cSldViewPr snapToGrid="0">
      <p:cViewPr varScale="1">
        <p:scale>
          <a:sx n="89" d="100"/>
          <a:sy n="89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09F974-C427-4BAB-B390-8574C681C1A6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2F6587-54E3-402C-A45A-3EABB023E876}">
      <dgm:prSet custT="1"/>
      <dgm:spPr/>
      <dgm:t>
        <a:bodyPr/>
        <a:lstStyle/>
        <a:p>
          <a:r>
            <a:rPr lang="en-GB" sz="1600" noProof="0"/>
            <a:t>1.</a:t>
          </a:r>
          <a:r>
            <a:rPr lang="en-GB" sz="1600" b="1" noProof="0"/>
            <a:t>Continuity Gaps in Extended Care:</a:t>
          </a:r>
          <a:r>
            <a:rPr lang="en-GB" sz="1600" b="0" i="0" noProof="0"/>
            <a:t>Affect</a:t>
          </a:r>
          <a:r>
            <a:rPr lang="en-GB" sz="1600" b="1" i="0" noProof="0"/>
            <a:t>many people after high-touch services end</a:t>
          </a:r>
          <a:r>
            <a:rPr lang="en-GB" sz="1600" b="0" i="0" noProof="0"/>
            <a:t>and often create fragmented follow-up.</a:t>
          </a:r>
          <a:endParaRPr lang="en-GB" sz="1600" noProof="0"/>
        </a:p>
      </dgm:t>
    </dgm:pt>
    <dgm:pt modelId="{B36D16BF-9D83-49CD-A9FC-214B3E3D3B19}" type="parTrans" cxnId="{14BF1CB8-33B4-47A2-845D-0C567D3FB32B}">
      <dgm:prSet/>
      <dgm:spPr/>
      <dgm:t>
        <a:bodyPr/>
        <a:lstStyle/>
        <a:p>
          <a:pPr algn="just"/>
          <a:endParaRPr lang="en-US" sz="1600"/>
        </a:p>
      </dgm:t>
    </dgm:pt>
    <dgm:pt modelId="{76EEA7E5-6879-4DF2-BDFD-FAE4FE595328}" type="sibTrans" cxnId="{14BF1CB8-33B4-47A2-845D-0C567D3FB32B}">
      <dgm:prSet/>
      <dgm:spPr/>
      <dgm:t>
        <a:bodyPr/>
        <a:lstStyle/>
        <a:p>
          <a:endParaRPr lang="en-US" sz="1600"/>
        </a:p>
      </dgm:t>
    </dgm:pt>
    <dgm:pt modelId="{71815E1A-E76B-4F02-917A-49BB5B596034}">
      <dgm:prSet custT="1"/>
      <dgm:spPr/>
      <dgm:t>
        <a:bodyPr/>
        <a:lstStyle/>
        <a:p>
          <a:r>
            <a:rPr lang="en-GB" sz="1600" noProof="0"/>
            <a:t>2.</a:t>
          </a:r>
          <a:r>
            <a:rPr lang="en-GB" sz="1600" b="1" noProof="0"/>
            <a:t>An Event-Centered Model:</a:t>
          </a:r>
          <a:r>
            <a:rPr lang="en-GB" sz="1600" b="0" i="0" noProof="0"/>
            <a:t>Built around a single milestone</a:t>
          </a:r>
          <a:r>
            <a:rPr lang="en-GB" sz="1600" b="0" i="1" noProof="0"/>
            <a:t>the immediate checkpoint</a:t>
          </a:r>
          <a:r>
            <a:rPr lang="en-GB" sz="1600" b="0" i="0" noProof="0"/>
            <a:t>instead of</a:t>
          </a:r>
          <a:r>
            <a:rPr lang="en-GB" sz="1600" b="1" i="0" noProof="0"/>
            <a:t>the longer transition that follows</a:t>
          </a:r>
          <a:r>
            <a:rPr lang="en-GB" sz="1600" b="0" i="0" noProof="0"/>
            <a:t>when needs continue to change.</a:t>
          </a:r>
          <a:endParaRPr lang="en-GB" sz="1600" noProof="0"/>
        </a:p>
      </dgm:t>
    </dgm:pt>
    <dgm:pt modelId="{85C50B5B-13A0-422B-B7C7-66E735354FBD}" type="parTrans" cxnId="{CBBDA09E-0063-4263-90F4-8D3484D81BC8}">
      <dgm:prSet/>
      <dgm:spPr/>
      <dgm:t>
        <a:bodyPr/>
        <a:lstStyle/>
        <a:p>
          <a:pPr algn="just"/>
          <a:endParaRPr lang="en-US" sz="1600"/>
        </a:p>
      </dgm:t>
    </dgm:pt>
    <dgm:pt modelId="{A1442243-9B9F-4357-9FEC-CA166608BD3D}" type="sibTrans" cxnId="{CBBDA09E-0063-4263-90F4-8D3484D81BC8}">
      <dgm:prSet/>
      <dgm:spPr/>
      <dgm:t>
        <a:bodyPr/>
        <a:lstStyle/>
        <a:p>
          <a:endParaRPr lang="en-US" sz="1600"/>
        </a:p>
      </dgm:t>
    </dgm:pt>
    <dgm:pt modelId="{820ECF85-AD91-4D65-B6A9-C2C1D8EFB8A9}">
      <dgm:prSet custT="1"/>
      <dgm:spPr/>
      <dgm:t>
        <a:bodyPr/>
        <a:lstStyle/>
        <a:p>
          <a:r>
            <a:rPr lang="en-GB" sz="1600" noProof="0"/>
            <a:t>3.</a:t>
          </a:r>
          <a:r>
            <a:rPr lang="en-GB" sz="1600" b="1" noProof="0"/>
            <a:t>The Follow-Through Gap:</a:t>
          </a:r>
          <a:r>
            <a:rPr lang="en-GB" sz="1600" b="0" i="0" noProof="0"/>
            <a:t>Intensive support fades after the initial phase,</a:t>
          </a:r>
          <a:r>
            <a:rPr lang="en-GB" sz="1600" b="1" i="0" noProof="0"/>
            <a:t>leaving many people without clear next steps.</a:t>
          </a:r>
          <a:endParaRPr lang="en-GB" sz="1600" b="1" noProof="0"/>
        </a:p>
      </dgm:t>
    </dgm:pt>
    <dgm:pt modelId="{92B64EBB-D57E-4349-9192-827672A1D816}" type="parTrans" cxnId="{BE0F1A76-8819-4E40-A052-3161BEFF5081}">
      <dgm:prSet/>
      <dgm:spPr/>
      <dgm:t>
        <a:bodyPr/>
        <a:lstStyle/>
        <a:p>
          <a:pPr algn="just"/>
          <a:endParaRPr lang="en-US" sz="1600"/>
        </a:p>
      </dgm:t>
    </dgm:pt>
    <dgm:pt modelId="{69A4A706-A68F-41F2-B180-1E5750EA1673}" type="sibTrans" cxnId="{BE0F1A76-8819-4E40-A052-3161BEFF5081}">
      <dgm:prSet/>
      <dgm:spPr/>
      <dgm:t>
        <a:bodyPr/>
        <a:lstStyle/>
        <a:p>
          <a:endParaRPr lang="en-US" sz="1600"/>
        </a:p>
      </dgm:t>
    </dgm:pt>
    <dgm:pt modelId="{4F6FD283-11C7-4F6C-8B68-FE853341D565}">
      <dgm:prSet custT="1"/>
      <dgm:spPr/>
      <dgm:t>
        <a:bodyPr/>
        <a:lstStyle/>
        <a:p>
          <a:r>
            <a:rPr lang="en-GB" sz="1600" noProof="0"/>
            <a:t>4.</a:t>
          </a:r>
          <a:r>
            <a:rPr lang="en-GB" sz="1600" b="1" noProof="0"/>
            <a:t>The Outcome:</a:t>
          </a:r>
          <a:r>
            <a:rPr lang="en-GB" sz="1600" b="0" i="0" noProof="0"/>
            <a:t>A reactive system that increases uncertainty</a:t>
          </a:r>
          <a:r>
            <a:rPr lang="en-GB" sz="1600" b="1" i="0" noProof="0"/>
            <a:t>exactly when timely support matters most.</a:t>
          </a:r>
          <a:endParaRPr lang="en-GB" sz="1600" b="1" noProof="0"/>
        </a:p>
      </dgm:t>
    </dgm:pt>
    <dgm:pt modelId="{94F6A0FB-F0EF-4E7D-A01F-F0F9A1600F19}" type="parTrans" cxnId="{3E4EA282-0B04-4668-9636-DE30550F71C7}">
      <dgm:prSet/>
      <dgm:spPr/>
      <dgm:t>
        <a:bodyPr/>
        <a:lstStyle/>
        <a:p>
          <a:pPr algn="just"/>
          <a:endParaRPr lang="en-US" sz="1600"/>
        </a:p>
      </dgm:t>
    </dgm:pt>
    <dgm:pt modelId="{F66B33F1-32F7-47D7-984B-EBAB86933858}" type="sibTrans" cxnId="{3E4EA282-0B04-4668-9636-DE30550F71C7}">
      <dgm:prSet/>
      <dgm:spPr/>
      <dgm:t>
        <a:bodyPr/>
        <a:lstStyle/>
        <a:p>
          <a:endParaRPr lang="en-US" sz="1600"/>
        </a:p>
      </dgm:t>
    </dgm:pt>
    <dgm:pt modelId="{BF77C216-80F3-4E67-ADE6-44AD24886859}" type="pres">
      <dgm:prSet presAssocID="{9409F974-C427-4BAB-B390-8574C681C1A6}" presName="linear" presStyleCnt="0">
        <dgm:presLayoutVars>
          <dgm:animLvl val="lvl"/>
          <dgm:resizeHandles val="exact"/>
        </dgm:presLayoutVars>
      </dgm:prSet>
      <dgm:spPr/>
    </dgm:pt>
    <dgm:pt modelId="{68A54F33-23ED-4CFF-9389-2FAE4E63848E}" type="pres">
      <dgm:prSet presAssocID="{772F6587-54E3-402C-A45A-3EABB023E8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478281-D2C7-4A80-8C3E-501FEEB58BDD}" type="pres">
      <dgm:prSet presAssocID="{76EEA7E5-6879-4DF2-BDFD-FAE4FE595328}" presName="spacer" presStyleCnt="0"/>
      <dgm:spPr/>
    </dgm:pt>
    <dgm:pt modelId="{A398F42C-145D-4451-8FF9-84B7483B568B}" type="pres">
      <dgm:prSet presAssocID="{71815E1A-E76B-4F02-917A-49BB5B59603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72913E1-B2C8-4F6F-9AAF-A0BAF4FBFB49}" type="pres">
      <dgm:prSet presAssocID="{A1442243-9B9F-4357-9FEC-CA166608BD3D}" presName="spacer" presStyleCnt="0"/>
      <dgm:spPr/>
    </dgm:pt>
    <dgm:pt modelId="{76EF6918-7FEB-49A3-AB92-15A1EF34AA02}" type="pres">
      <dgm:prSet presAssocID="{820ECF85-AD91-4D65-B6A9-C2C1D8EFB8A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B65F3D-3749-43DE-8C91-DD1C3B5E439E}" type="pres">
      <dgm:prSet presAssocID="{69A4A706-A68F-41F2-B180-1E5750EA1673}" presName="spacer" presStyleCnt="0"/>
      <dgm:spPr/>
    </dgm:pt>
    <dgm:pt modelId="{59AE6BC4-DF49-4C31-ADFE-1EDE03A5BF67}" type="pres">
      <dgm:prSet presAssocID="{4F6FD283-11C7-4F6C-8B68-FE853341D56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74E074-9F62-4B1B-AC1C-22C5EC27DCD6}" type="presOf" srcId="{820ECF85-AD91-4D65-B6A9-C2C1D8EFB8A9}" destId="{76EF6918-7FEB-49A3-AB92-15A1EF34AA02}" srcOrd="0" destOrd="0" presId="urn:microsoft.com/office/officeart/2005/8/layout/vList2"/>
    <dgm:cxn modelId="{BE0F1A76-8819-4E40-A052-3161BEFF5081}" srcId="{9409F974-C427-4BAB-B390-8574C681C1A6}" destId="{820ECF85-AD91-4D65-B6A9-C2C1D8EFB8A9}" srcOrd="2" destOrd="0" parTransId="{92B64EBB-D57E-4349-9192-827672A1D816}" sibTransId="{69A4A706-A68F-41F2-B180-1E5750EA1673}"/>
    <dgm:cxn modelId="{3E4EA282-0B04-4668-9636-DE30550F71C7}" srcId="{9409F974-C427-4BAB-B390-8574C681C1A6}" destId="{4F6FD283-11C7-4F6C-8B68-FE853341D565}" srcOrd="3" destOrd="0" parTransId="{94F6A0FB-F0EF-4E7D-A01F-F0F9A1600F19}" sibTransId="{F66B33F1-32F7-47D7-984B-EBAB86933858}"/>
    <dgm:cxn modelId="{285C0484-4C7D-4BC4-A185-06DA4EAFD80C}" type="presOf" srcId="{71815E1A-E76B-4F02-917A-49BB5B596034}" destId="{A398F42C-145D-4451-8FF9-84B7483B568B}" srcOrd="0" destOrd="0" presId="urn:microsoft.com/office/officeart/2005/8/layout/vList2"/>
    <dgm:cxn modelId="{CBBDA09E-0063-4263-90F4-8D3484D81BC8}" srcId="{9409F974-C427-4BAB-B390-8574C681C1A6}" destId="{71815E1A-E76B-4F02-917A-49BB5B596034}" srcOrd="1" destOrd="0" parTransId="{85C50B5B-13A0-422B-B7C7-66E735354FBD}" sibTransId="{A1442243-9B9F-4357-9FEC-CA166608BD3D}"/>
    <dgm:cxn modelId="{14BF1CB8-33B4-47A2-845D-0C567D3FB32B}" srcId="{9409F974-C427-4BAB-B390-8574C681C1A6}" destId="{772F6587-54E3-402C-A45A-3EABB023E876}" srcOrd="0" destOrd="0" parTransId="{B36D16BF-9D83-49CD-A9FC-214B3E3D3B19}" sibTransId="{76EEA7E5-6879-4DF2-BDFD-FAE4FE595328}"/>
    <dgm:cxn modelId="{519B47E1-D8E0-469C-9AD3-AE0EC802B177}" type="presOf" srcId="{4F6FD283-11C7-4F6C-8B68-FE853341D565}" destId="{59AE6BC4-DF49-4C31-ADFE-1EDE03A5BF67}" srcOrd="0" destOrd="0" presId="urn:microsoft.com/office/officeart/2005/8/layout/vList2"/>
    <dgm:cxn modelId="{253B86EC-B739-47D1-A8CE-0C3DC027189A}" type="presOf" srcId="{9409F974-C427-4BAB-B390-8574C681C1A6}" destId="{BF77C216-80F3-4E67-ADE6-44AD24886859}" srcOrd="0" destOrd="0" presId="urn:microsoft.com/office/officeart/2005/8/layout/vList2"/>
    <dgm:cxn modelId="{9C4734F5-2765-455F-B626-FDD201B14972}" type="presOf" srcId="{772F6587-54E3-402C-A45A-3EABB023E876}" destId="{68A54F33-23ED-4CFF-9389-2FAE4E63848E}" srcOrd="0" destOrd="0" presId="urn:microsoft.com/office/officeart/2005/8/layout/vList2"/>
    <dgm:cxn modelId="{B97ED8FE-4D42-434B-8D64-EEEDE221C614}" type="presParOf" srcId="{BF77C216-80F3-4E67-ADE6-44AD24886859}" destId="{68A54F33-23ED-4CFF-9389-2FAE4E63848E}" srcOrd="0" destOrd="0" presId="urn:microsoft.com/office/officeart/2005/8/layout/vList2"/>
    <dgm:cxn modelId="{8DD21BAD-C98C-4F7A-A6FA-FC6C37B1580F}" type="presParOf" srcId="{BF77C216-80F3-4E67-ADE6-44AD24886859}" destId="{0C478281-D2C7-4A80-8C3E-501FEEB58BDD}" srcOrd="1" destOrd="0" presId="urn:microsoft.com/office/officeart/2005/8/layout/vList2"/>
    <dgm:cxn modelId="{D0D528B3-AD25-443C-8002-C1C244256101}" type="presParOf" srcId="{BF77C216-80F3-4E67-ADE6-44AD24886859}" destId="{A398F42C-145D-4451-8FF9-84B7483B568B}" srcOrd="2" destOrd="0" presId="urn:microsoft.com/office/officeart/2005/8/layout/vList2"/>
    <dgm:cxn modelId="{86B2591C-70B9-4D05-967F-EDC3665ED145}" type="presParOf" srcId="{BF77C216-80F3-4E67-ADE6-44AD24886859}" destId="{F72913E1-B2C8-4F6F-9AAF-A0BAF4FBFB49}" srcOrd="3" destOrd="0" presId="urn:microsoft.com/office/officeart/2005/8/layout/vList2"/>
    <dgm:cxn modelId="{66DE4B18-78B6-4F2F-ADEA-133CA887EBD2}" type="presParOf" srcId="{BF77C216-80F3-4E67-ADE6-44AD24886859}" destId="{76EF6918-7FEB-49A3-AB92-15A1EF34AA02}" srcOrd="4" destOrd="0" presId="urn:microsoft.com/office/officeart/2005/8/layout/vList2"/>
    <dgm:cxn modelId="{2A8CEE12-A83B-47C4-902F-1C23CD0FEE8F}" type="presParOf" srcId="{BF77C216-80F3-4E67-ADE6-44AD24886859}" destId="{89B65F3D-3749-43DE-8C91-DD1C3B5E439E}" srcOrd="5" destOrd="0" presId="urn:microsoft.com/office/officeart/2005/8/layout/vList2"/>
    <dgm:cxn modelId="{67AC5B31-D496-4010-8A63-669545BA3EEA}" type="presParOf" srcId="{BF77C216-80F3-4E67-ADE6-44AD24886859}" destId="{59AE6BC4-DF49-4C31-ADFE-1EDE03A5BF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CC961E-5897-4310-9006-7B56DF340A4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CDB54B-39D8-495F-AC4C-22673E060072}">
      <dgm:prSet custT="1"/>
      <dgm:spPr>
        <a:solidFill>
          <a:schemeClr val="accent2"/>
        </a:solidFill>
      </dgm:spPr>
      <dgm:t>
        <a:bodyPr/>
        <a:lstStyle/>
        <a:p>
          <a:r>
            <a:rPr lang="en-GB" sz="1600" b="1" noProof="0"/>
            <a:t>The Risk:</a:t>
          </a:r>
          <a:r>
            <a:rPr lang="en-GB" sz="1600" b="0" i="0" noProof="0"/>
            <a:t>An overly deferential,</a:t>
          </a:r>
          <a:r>
            <a:rPr lang="en-GB" sz="1600" b="1" i="0" noProof="0"/>
            <a:t>always-agreeing</a:t>
          </a:r>
          <a:r>
            <a:rPr lang="en-GB" sz="1600" b="0" i="0" noProof="0"/>
            <a:t>assistant can amplify poor judgment and encourage unhealthy dependence.</a:t>
          </a:r>
          <a:endParaRPr lang="en-GB" sz="1600" noProof="0"/>
        </a:p>
      </dgm:t>
    </dgm:pt>
    <dgm:pt modelId="{594EF1CE-9156-49A7-8F8A-62CEB0A7D098}" type="parTrans" cxnId="{00154433-6A79-4CC4-9E72-B94F399B7C36}">
      <dgm:prSet/>
      <dgm:spPr/>
      <dgm:t>
        <a:bodyPr/>
        <a:lstStyle/>
        <a:p>
          <a:endParaRPr lang="en-US" sz="1600"/>
        </a:p>
      </dgm:t>
    </dgm:pt>
    <dgm:pt modelId="{C1F669AC-759E-49C5-9D1D-3BB122B9D073}" type="sibTrans" cxnId="{00154433-6A79-4CC4-9E72-B94F399B7C36}">
      <dgm:prSet custT="1"/>
      <dgm:spPr/>
      <dgm:t>
        <a:bodyPr/>
        <a:lstStyle/>
        <a:p>
          <a:endParaRPr lang="en-GB" sz="1600" noProof="0"/>
        </a:p>
      </dgm:t>
    </dgm:pt>
    <dgm:pt modelId="{C9F84004-05B6-474B-8BFF-84DB172CB1A2}">
      <dgm:prSet custT="1"/>
      <dgm:spPr>
        <a:solidFill>
          <a:schemeClr val="accent2"/>
        </a:solidFill>
      </dgm:spPr>
      <dgm:t>
        <a:bodyPr/>
        <a:lstStyle/>
        <a:p>
          <a:r>
            <a:rPr lang="en-GB" sz="1600" b="1" noProof="0"/>
            <a:t>Our Mitigation Strategy:</a:t>
          </a:r>
          <a:r>
            <a:rPr lang="en-GB" sz="1600" b="0" i="0" noProof="0"/>
            <a:t>A strict human-in-the-loop review model.</a:t>
          </a:r>
          <a:endParaRPr lang="en-GB" sz="1600" noProof="0"/>
        </a:p>
      </dgm:t>
    </dgm:pt>
    <dgm:pt modelId="{800432BE-CD29-46F7-8B6B-476724CD4E32}" type="parTrans" cxnId="{F022F4A6-3ABC-42B8-B77D-85928EECB869}">
      <dgm:prSet/>
      <dgm:spPr/>
      <dgm:t>
        <a:bodyPr/>
        <a:lstStyle/>
        <a:p>
          <a:endParaRPr lang="en-US" sz="1600"/>
        </a:p>
      </dgm:t>
    </dgm:pt>
    <dgm:pt modelId="{6690C87B-F507-41C0-8671-510ACBF01FB9}" type="sibTrans" cxnId="{F022F4A6-3ABC-42B8-B77D-85928EECB869}">
      <dgm:prSet custT="1"/>
      <dgm:spPr/>
      <dgm:t>
        <a:bodyPr/>
        <a:lstStyle/>
        <a:p>
          <a:endParaRPr lang="en-GB" sz="1600" noProof="0"/>
        </a:p>
      </dgm:t>
    </dgm:pt>
    <dgm:pt modelId="{58850E72-DCBA-43EA-9448-BA4C4619BBB1}">
      <dgm:prSet custT="1"/>
      <dgm:spPr>
        <a:solidFill>
          <a:schemeClr val="accent2"/>
        </a:solidFill>
      </dgm:spPr>
      <dgm:t>
        <a:bodyPr/>
        <a:lstStyle/>
        <a:p>
          <a:r>
            <a:rPr lang="en-GB" sz="1600" b="0" i="0" noProof="0"/>
            <a:t>The assistant is designed to</a:t>
          </a:r>
          <a:r>
            <a:rPr lang="en-GB" sz="1600" b="1" i="0" noProof="0"/>
            <a:t>redirect</a:t>
          </a:r>
          <a:r>
            <a:rPr lang="en-GB" sz="1600" b="0" i="0" noProof="0"/>
            <a:t>, not simply affirm.</a:t>
          </a:r>
          <a:endParaRPr lang="en-GB" sz="1600" noProof="0"/>
        </a:p>
      </dgm:t>
    </dgm:pt>
    <dgm:pt modelId="{E5E9CC74-3B3F-40A1-BAA2-7C39AF6CB501}" type="parTrans" cxnId="{B14ECC18-9E0D-41B6-92EA-44F2A5DC6DDA}">
      <dgm:prSet/>
      <dgm:spPr/>
      <dgm:t>
        <a:bodyPr/>
        <a:lstStyle/>
        <a:p>
          <a:endParaRPr lang="en-US" sz="1600"/>
        </a:p>
      </dgm:t>
    </dgm:pt>
    <dgm:pt modelId="{82A0240A-5BEE-42B6-8CD8-7E5DC1A20A2E}" type="sibTrans" cxnId="{B14ECC18-9E0D-41B6-92EA-44F2A5DC6DDA}">
      <dgm:prSet custT="1"/>
      <dgm:spPr/>
      <dgm:t>
        <a:bodyPr/>
        <a:lstStyle/>
        <a:p>
          <a:endParaRPr lang="en-GB" sz="1600" noProof="0"/>
        </a:p>
      </dgm:t>
    </dgm:pt>
    <dgm:pt modelId="{774CAA59-6EAA-46B8-B486-82A864D7BC38}">
      <dgm:prSet custT="1"/>
      <dgm:spPr>
        <a:solidFill>
          <a:schemeClr val="accent2"/>
        </a:solidFill>
      </dgm:spPr>
      <dgm:t>
        <a:bodyPr/>
        <a:lstStyle/>
        <a:p>
          <a:r>
            <a:rPr lang="en-GB" sz="1600" b="0" i="0" noProof="0"/>
            <a:t>It maintains</a:t>
          </a:r>
          <a:r>
            <a:rPr lang="en-GB" sz="1600" b="1" i="0" noProof="0"/>
            <a:t>clear boundaries</a:t>
          </a:r>
          <a:r>
            <a:rPr lang="en-GB" sz="1600" b="0" i="0" noProof="0"/>
            <a:t>as a support and coordination tool.</a:t>
          </a:r>
          <a:endParaRPr lang="en-GB" sz="1600" noProof="0"/>
        </a:p>
      </dgm:t>
    </dgm:pt>
    <dgm:pt modelId="{1A81E260-9B12-463D-9737-F31C67A6C79E}" type="parTrans" cxnId="{07405D99-A360-4F8A-91DD-EB2BA0BAFF32}">
      <dgm:prSet/>
      <dgm:spPr/>
      <dgm:t>
        <a:bodyPr/>
        <a:lstStyle/>
        <a:p>
          <a:endParaRPr lang="en-US" sz="1600"/>
        </a:p>
      </dgm:t>
    </dgm:pt>
    <dgm:pt modelId="{984E4060-47FF-4245-B006-0864EF8F6E1C}" type="sibTrans" cxnId="{07405D99-A360-4F8A-91DD-EB2BA0BAFF32}">
      <dgm:prSet custT="1"/>
      <dgm:spPr/>
      <dgm:t>
        <a:bodyPr/>
        <a:lstStyle/>
        <a:p>
          <a:endParaRPr lang="en-GB" sz="1600" noProof="0"/>
        </a:p>
      </dgm:t>
    </dgm:pt>
    <dgm:pt modelId="{A6E04687-A9E3-4046-AC47-14F800386A8B}">
      <dgm:prSet custT="1"/>
      <dgm:spPr>
        <a:solidFill>
          <a:schemeClr val="accent2"/>
        </a:solidFill>
      </dgm:spPr>
      <dgm:t>
        <a:bodyPr/>
        <a:lstStyle/>
        <a:p>
          <a:r>
            <a:rPr lang="en-GB" sz="1600" b="0" i="0" noProof="0"/>
            <a:t>A</a:t>
          </a:r>
          <a:r>
            <a:rPr lang="en-GB" sz="1600" b="1" i="0" noProof="0"/>
            <a:t>qualified reviewer</a:t>
          </a:r>
          <a:r>
            <a:rPr lang="en-GB" sz="1600" b="0" i="0" noProof="0"/>
            <a:t>remains accountable for decisions and escalation.</a:t>
          </a:r>
          <a:endParaRPr lang="en-GB" sz="1600" noProof="0"/>
        </a:p>
      </dgm:t>
    </dgm:pt>
    <dgm:pt modelId="{A23F0B69-BD69-4D54-BAC9-C14D9C1DEF58}" type="parTrans" cxnId="{2C32F3AA-5B75-4FD3-A69E-B6D7C064D39D}">
      <dgm:prSet/>
      <dgm:spPr/>
      <dgm:t>
        <a:bodyPr/>
        <a:lstStyle/>
        <a:p>
          <a:endParaRPr lang="en-US" sz="1600"/>
        </a:p>
      </dgm:t>
    </dgm:pt>
    <dgm:pt modelId="{1F7C6474-BA3F-4915-8E0E-7CD354A9D53F}" type="sibTrans" cxnId="{2C32F3AA-5B75-4FD3-A69E-B6D7C064D39D}">
      <dgm:prSet/>
      <dgm:spPr/>
      <dgm:t>
        <a:bodyPr/>
        <a:lstStyle/>
        <a:p>
          <a:endParaRPr lang="en-US" sz="1600"/>
        </a:p>
      </dgm:t>
    </dgm:pt>
    <dgm:pt modelId="{829326F1-6EAF-444A-A1C6-52CBE33BB986}" type="pres">
      <dgm:prSet presAssocID="{77CC961E-5897-4310-9006-7B56DF340A44}" presName="outerComposite" presStyleCnt="0">
        <dgm:presLayoutVars>
          <dgm:chMax val="5"/>
          <dgm:dir/>
          <dgm:resizeHandles val="exact"/>
        </dgm:presLayoutVars>
      </dgm:prSet>
      <dgm:spPr/>
    </dgm:pt>
    <dgm:pt modelId="{43E859BB-E123-4EA7-B7C6-109017E38787}" type="pres">
      <dgm:prSet presAssocID="{77CC961E-5897-4310-9006-7B56DF340A44}" presName="dummyMaxCanvas" presStyleCnt="0">
        <dgm:presLayoutVars/>
      </dgm:prSet>
      <dgm:spPr/>
    </dgm:pt>
    <dgm:pt modelId="{4BD8B18A-16A1-4592-950A-1A82BB693299}" type="pres">
      <dgm:prSet presAssocID="{77CC961E-5897-4310-9006-7B56DF340A44}" presName="FiveNodes_1" presStyleLbl="node1" presStyleIdx="0" presStyleCnt="5">
        <dgm:presLayoutVars>
          <dgm:bulletEnabled val="1"/>
        </dgm:presLayoutVars>
      </dgm:prSet>
      <dgm:spPr/>
    </dgm:pt>
    <dgm:pt modelId="{D5A0C216-0158-4358-8764-7B6B507A5BC9}" type="pres">
      <dgm:prSet presAssocID="{77CC961E-5897-4310-9006-7B56DF340A44}" presName="FiveNodes_2" presStyleLbl="node1" presStyleIdx="1" presStyleCnt="5">
        <dgm:presLayoutVars>
          <dgm:bulletEnabled val="1"/>
        </dgm:presLayoutVars>
      </dgm:prSet>
      <dgm:spPr/>
    </dgm:pt>
    <dgm:pt modelId="{2988D659-96C9-4BAA-9E78-4798CFA45B18}" type="pres">
      <dgm:prSet presAssocID="{77CC961E-5897-4310-9006-7B56DF340A44}" presName="FiveNodes_3" presStyleLbl="node1" presStyleIdx="2" presStyleCnt="5">
        <dgm:presLayoutVars>
          <dgm:bulletEnabled val="1"/>
        </dgm:presLayoutVars>
      </dgm:prSet>
      <dgm:spPr/>
    </dgm:pt>
    <dgm:pt modelId="{84859FB1-F772-4C0F-A380-C75D8B4DF2AB}" type="pres">
      <dgm:prSet presAssocID="{77CC961E-5897-4310-9006-7B56DF340A44}" presName="FiveNodes_4" presStyleLbl="node1" presStyleIdx="3" presStyleCnt="5">
        <dgm:presLayoutVars>
          <dgm:bulletEnabled val="1"/>
        </dgm:presLayoutVars>
      </dgm:prSet>
      <dgm:spPr/>
    </dgm:pt>
    <dgm:pt modelId="{E686A12E-8211-4B35-9113-E6B033ADBF2E}" type="pres">
      <dgm:prSet presAssocID="{77CC961E-5897-4310-9006-7B56DF340A44}" presName="FiveNodes_5" presStyleLbl="node1" presStyleIdx="4" presStyleCnt="5">
        <dgm:presLayoutVars>
          <dgm:bulletEnabled val="1"/>
        </dgm:presLayoutVars>
      </dgm:prSet>
      <dgm:spPr/>
    </dgm:pt>
    <dgm:pt modelId="{3F9A9292-98EC-47D4-BCB7-B79F94191E5D}" type="pres">
      <dgm:prSet presAssocID="{77CC961E-5897-4310-9006-7B56DF340A44}" presName="FiveConn_1-2" presStyleLbl="fgAccFollowNode1" presStyleIdx="0" presStyleCnt="4">
        <dgm:presLayoutVars>
          <dgm:bulletEnabled val="1"/>
        </dgm:presLayoutVars>
      </dgm:prSet>
      <dgm:spPr/>
    </dgm:pt>
    <dgm:pt modelId="{9C6B18D9-BABB-4EB1-A95E-61651D381EA1}" type="pres">
      <dgm:prSet presAssocID="{77CC961E-5897-4310-9006-7B56DF340A44}" presName="FiveConn_2-3" presStyleLbl="fgAccFollowNode1" presStyleIdx="1" presStyleCnt="4">
        <dgm:presLayoutVars>
          <dgm:bulletEnabled val="1"/>
        </dgm:presLayoutVars>
      </dgm:prSet>
      <dgm:spPr/>
    </dgm:pt>
    <dgm:pt modelId="{CA40D3AA-D18F-4250-8E10-3911E6E6AB89}" type="pres">
      <dgm:prSet presAssocID="{77CC961E-5897-4310-9006-7B56DF340A44}" presName="FiveConn_3-4" presStyleLbl="fgAccFollowNode1" presStyleIdx="2" presStyleCnt="4">
        <dgm:presLayoutVars>
          <dgm:bulletEnabled val="1"/>
        </dgm:presLayoutVars>
      </dgm:prSet>
      <dgm:spPr/>
    </dgm:pt>
    <dgm:pt modelId="{356E2A6F-C706-4C41-957B-115F709CC583}" type="pres">
      <dgm:prSet presAssocID="{77CC961E-5897-4310-9006-7B56DF340A44}" presName="FiveConn_4-5" presStyleLbl="fgAccFollowNode1" presStyleIdx="3" presStyleCnt="4">
        <dgm:presLayoutVars>
          <dgm:bulletEnabled val="1"/>
        </dgm:presLayoutVars>
      </dgm:prSet>
      <dgm:spPr/>
    </dgm:pt>
    <dgm:pt modelId="{778A31E6-C371-40C3-AA83-053CCAE71E78}" type="pres">
      <dgm:prSet presAssocID="{77CC961E-5897-4310-9006-7B56DF340A44}" presName="FiveNodes_1_text" presStyleLbl="node1" presStyleIdx="4" presStyleCnt="5">
        <dgm:presLayoutVars>
          <dgm:bulletEnabled val="1"/>
        </dgm:presLayoutVars>
      </dgm:prSet>
      <dgm:spPr/>
    </dgm:pt>
    <dgm:pt modelId="{FD8E9416-A43A-4A5E-BE9A-AA8A229840AB}" type="pres">
      <dgm:prSet presAssocID="{77CC961E-5897-4310-9006-7B56DF340A44}" presName="FiveNodes_2_text" presStyleLbl="node1" presStyleIdx="4" presStyleCnt="5">
        <dgm:presLayoutVars>
          <dgm:bulletEnabled val="1"/>
        </dgm:presLayoutVars>
      </dgm:prSet>
      <dgm:spPr/>
    </dgm:pt>
    <dgm:pt modelId="{B481EDAB-5D7A-4899-A377-72168EA14229}" type="pres">
      <dgm:prSet presAssocID="{77CC961E-5897-4310-9006-7B56DF340A44}" presName="FiveNodes_3_text" presStyleLbl="node1" presStyleIdx="4" presStyleCnt="5">
        <dgm:presLayoutVars>
          <dgm:bulletEnabled val="1"/>
        </dgm:presLayoutVars>
      </dgm:prSet>
      <dgm:spPr/>
    </dgm:pt>
    <dgm:pt modelId="{25AC90D9-283F-4788-A3E6-2D96A11E5709}" type="pres">
      <dgm:prSet presAssocID="{77CC961E-5897-4310-9006-7B56DF340A44}" presName="FiveNodes_4_text" presStyleLbl="node1" presStyleIdx="4" presStyleCnt="5">
        <dgm:presLayoutVars>
          <dgm:bulletEnabled val="1"/>
        </dgm:presLayoutVars>
      </dgm:prSet>
      <dgm:spPr/>
    </dgm:pt>
    <dgm:pt modelId="{67D91C38-0FAD-4CF2-89A9-9E480D5D04AF}" type="pres">
      <dgm:prSet presAssocID="{77CC961E-5897-4310-9006-7B56DF340A44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689C3908-5453-45A9-94B2-329173E0C162}" type="presOf" srcId="{774CAA59-6EAA-46B8-B486-82A864D7BC38}" destId="{84859FB1-F772-4C0F-A380-C75D8B4DF2AB}" srcOrd="0" destOrd="0" presId="urn:microsoft.com/office/officeart/2005/8/layout/vProcess5"/>
    <dgm:cxn modelId="{B14ECC18-9E0D-41B6-92EA-44F2A5DC6DDA}" srcId="{77CC961E-5897-4310-9006-7B56DF340A44}" destId="{58850E72-DCBA-43EA-9448-BA4C4619BBB1}" srcOrd="2" destOrd="0" parTransId="{E5E9CC74-3B3F-40A1-BAA2-7C39AF6CB501}" sibTransId="{82A0240A-5BEE-42B6-8CD8-7E5DC1A20A2E}"/>
    <dgm:cxn modelId="{91F5B12C-8932-4115-ACCB-871FF0266B8A}" type="presOf" srcId="{C9F84004-05B6-474B-8BFF-84DB172CB1A2}" destId="{FD8E9416-A43A-4A5E-BE9A-AA8A229840AB}" srcOrd="1" destOrd="0" presId="urn:microsoft.com/office/officeart/2005/8/layout/vProcess5"/>
    <dgm:cxn modelId="{88229A2E-0793-4EF1-BC5F-A147A1EACA97}" type="presOf" srcId="{48CDB54B-39D8-495F-AC4C-22673E060072}" destId="{778A31E6-C371-40C3-AA83-053CCAE71E78}" srcOrd="1" destOrd="0" presId="urn:microsoft.com/office/officeart/2005/8/layout/vProcess5"/>
    <dgm:cxn modelId="{BB35F230-967B-4014-BDF5-BDC29EB6BB81}" type="presOf" srcId="{58850E72-DCBA-43EA-9448-BA4C4619BBB1}" destId="{B481EDAB-5D7A-4899-A377-72168EA14229}" srcOrd="1" destOrd="0" presId="urn:microsoft.com/office/officeart/2005/8/layout/vProcess5"/>
    <dgm:cxn modelId="{00154433-6A79-4CC4-9E72-B94F399B7C36}" srcId="{77CC961E-5897-4310-9006-7B56DF340A44}" destId="{48CDB54B-39D8-495F-AC4C-22673E060072}" srcOrd="0" destOrd="0" parTransId="{594EF1CE-9156-49A7-8F8A-62CEB0A7D098}" sibTransId="{C1F669AC-759E-49C5-9D1D-3BB122B9D073}"/>
    <dgm:cxn modelId="{B348933D-1E8D-4A5A-8F4E-39A3F9577AE6}" type="presOf" srcId="{C1F669AC-759E-49C5-9D1D-3BB122B9D073}" destId="{3F9A9292-98EC-47D4-BCB7-B79F94191E5D}" srcOrd="0" destOrd="0" presId="urn:microsoft.com/office/officeart/2005/8/layout/vProcess5"/>
    <dgm:cxn modelId="{F06BF747-BF07-4A33-B7C6-12885877E828}" type="presOf" srcId="{6690C87B-F507-41C0-8671-510ACBF01FB9}" destId="{9C6B18D9-BABB-4EB1-A95E-61651D381EA1}" srcOrd="0" destOrd="0" presId="urn:microsoft.com/office/officeart/2005/8/layout/vProcess5"/>
    <dgm:cxn modelId="{9FA1994F-6675-4E97-AC26-78BB73FD41F0}" type="presOf" srcId="{A6E04687-A9E3-4046-AC47-14F800386A8B}" destId="{E686A12E-8211-4B35-9113-E6B033ADBF2E}" srcOrd="0" destOrd="0" presId="urn:microsoft.com/office/officeart/2005/8/layout/vProcess5"/>
    <dgm:cxn modelId="{A937BE62-584C-48B9-813A-0B4ECF5068EF}" type="presOf" srcId="{77CC961E-5897-4310-9006-7B56DF340A44}" destId="{829326F1-6EAF-444A-A1C6-52CBE33BB986}" srcOrd="0" destOrd="0" presId="urn:microsoft.com/office/officeart/2005/8/layout/vProcess5"/>
    <dgm:cxn modelId="{5C670C86-9D4E-4509-BDE7-93C3E6DADCB0}" type="presOf" srcId="{984E4060-47FF-4245-B006-0864EF8F6E1C}" destId="{356E2A6F-C706-4C41-957B-115F709CC583}" srcOrd="0" destOrd="0" presId="urn:microsoft.com/office/officeart/2005/8/layout/vProcess5"/>
    <dgm:cxn modelId="{19A12B87-44F2-47D9-A55D-717036A5871A}" type="presOf" srcId="{A6E04687-A9E3-4046-AC47-14F800386A8B}" destId="{67D91C38-0FAD-4CF2-89A9-9E480D5D04AF}" srcOrd="1" destOrd="0" presId="urn:microsoft.com/office/officeart/2005/8/layout/vProcess5"/>
    <dgm:cxn modelId="{07405D99-A360-4F8A-91DD-EB2BA0BAFF32}" srcId="{77CC961E-5897-4310-9006-7B56DF340A44}" destId="{774CAA59-6EAA-46B8-B486-82A864D7BC38}" srcOrd="3" destOrd="0" parTransId="{1A81E260-9B12-463D-9737-F31C67A6C79E}" sibTransId="{984E4060-47FF-4245-B006-0864EF8F6E1C}"/>
    <dgm:cxn modelId="{4D72FB9D-2DC7-4938-9D82-28645810C06D}" type="presOf" srcId="{48CDB54B-39D8-495F-AC4C-22673E060072}" destId="{4BD8B18A-16A1-4592-950A-1A82BB693299}" srcOrd="0" destOrd="0" presId="urn:microsoft.com/office/officeart/2005/8/layout/vProcess5"/>
    <dgm:cxn modelId="{10BED8A3-C470-46F1-8080-051BFD52A2F8}" type="presOf" srcId="{58850E72-DCBA-43EA-9448-BA4C4619BBB1}" destId="{2988D659-96C9-4BAA-9E78-4798CFA45B18}" srcOrd="0" destOrd="0" presId="urn:microsoft.com/office/officeart/2005/8/layout/vProcess5"/>
    <dgm:cxn modelId="{F022F4A6-3ABC-42B8-B77D-85928EECB869}" srcId="{77CC961E-5897-4310-9006-7B56DF340A44}" destId="{C9F84004-05B6-474B-8BFF-84DB172CB1A2}" srcOrd="1" destOrd="0" parTransId="{800432BE-CD29-46F7-8B6B-476724CD4E32}" sibTransId="{6690C87B-F507-41C0-8671-510ACBF01FB9}"/>
    <dgm:cxn modelId="{361466A8-F38F-4E21-BD6D-EABCD07857C2}" type="presOf" srcId="{774CAA59-6EAA-46B8-B486-82A864D7BC38}" destId="{25AC90D9-283F-4788-A3E6-2D96A11E5709}" srcOrd="1" destOrd="0" presId="urn:microsoft.com/office/officeart/2005/8/layout/vProcess5"/>
    <dgm:cxn modelId="{2C32F3AA-5B75-4FD3-A69E-B6D7C064D39D}" srcId="{77CC961E-5897-4310-9006-7B56DF340A44}" destId="{A6E04687-A9E3-4046-AC47-14F800386A8B}" srcOrd="4" destOrd="0" parTransId="{A23F0B69-BD69-4D54-BAC9-C14D9C1DEF58}" sibTransId="{1F7C6474-BA3F-4915-8E0E-7CD354A9D53F}"/>
    <dgm:cxn modelId="{30A0E0C8-AF9C-4E6C-913A-1A6B85EE1475}" type="presOf" srcId="{82A0240A-5BEE-42B6-8CD8-7E5DC1A20A2E}" destId="{CA40D3AA-D18F-4250-8E10-3911E6E6AB89}" srcOrd="0" destOrd="0" presId="urn:microsoft.com/office/officeart/2005/8/layout/vProcess5"/>
    <dgm:cxn modelId="{8F45AFE5-51C8-46FE-A5BA-DAF4023E4CE5}" type="presOf" srcId="{C9F84004-05B6-474B-8BFF-84DB172CB1A2}" destId="{D5A0C216-0158-4358-8764-7B6B507A5BC9}" srcOrd="0" destOrd="0" presId="urn:microsoft.com/office/officeart/2005/8/layout/vProcess5"/>
    <dgm:cxn modelId="{CF195F6F-4D89-42AF-9966-3BEE4BB840B3}" type="presParOf" srcId="{829326F1-6EAF-444A-A1C6-52CBE33BB986}" destId="{43E859BB-E123-4EA7-B7C6-109017E38787}" srcOrd="0" destOrd="0" presId="urn:microsoft.com/office/officeart/2005/8/layout/vProcess5"/>
    <dgm:cxn modelId="{6D926602-A1CC-4FFB-B7D4-0BC6F11AE85A}" type="presParOf" srcId="{829326F1-6EAF-444A-A1C6-52CBE33BB986}" destId="{4BD8B18A-16A1-4592-950A-1A82BB693299}" srcOrd="1" destOrd="0" presId="urn:microsoft.com/office/officeart/2005/8/layout/vProcess5"/>
    <dgm:cxn modelId="{48B3A8AF-62B4-4F2F-8B2B-D2635D4BD959}" type="presParOf" srcId="{829326F1-6EAF-444A-A1C6-52CBE33BB986}" destId="{D5A0C216-0158-4358-8764-7B6B507A5BC9}" srcOrd="2" destOrd="0" presId="urn:microsoft.com/office/officeart/2005/8/layout/vProcess5"/>
    <dgm:cxn modelId="{47D70EC6-DD04-48AB-8846-2CD78BCA9285}" type="presParOf" srcId="{829326F1-6EAF-444A-A1C6-52CBE33BB986}" destId="{2988D659-96C9-4BAA-9E78-4798CFA45B18}" srcOrd="3" destOrd="0" presId="urn:microsoft.com/office/officeart/2005/8/layout/vProcess5"/>
    <dgm:cxn modelId="{0C3212A9-8576-454F-B5B8-376B67A57745}" type="presParOf" srcId="{829326F1-6EAF-444A-A1C6-52CBE33BB986}" destId="{84859FB1-F772-4C0F-A380-C75D8B4DF2AB}" srcOrd="4" destOrd="0" presId="urn:microsoft.com/office/officeart/2005/8/layout/vProcess5"/>
    <dgm:cxn modelId="{75908045-AA5D-450C-B98A-D430B09DB9C4}" type="presParOf" srcId="{829326F1-6EAF-444A-A1C6-52CBE33BB986}" destId="{E686A12E-8211-4B35-9113-E6B033ADBF2E}" srcOrd="5" destOrd="0" presId="urn:microsoft.com/office/officeart/2005/8/layout/vProcess5"/>
    <dgm:cxn modelId="{BD6FE484-0C86-461D-82EE-99FE1E825F4E}" type="presParOf" srcId="{829326F1-6EAF-444A-A1C6-52CBE33BB986}" destId="{3F9A9292-98EC-47D4-BCB7-B79F94191E5D}" srcOrd="6" destOrd="0" presId="urn:microsoft.com/office/officeart/2005/8/layout/vProcess5"/>
    <dgm:cxn modelId="{1AA8C6D7-0934-457C-84A7-854487CD6218}" type="presParOf" srcId="{829326F1-6EAF-444A-A1C6-52CBE33BB986}" destId="{9C6B18D9-BABB-4EB1-A95E-61651D381EA1}" srcOrd="7" destOrd="0" presId="urn:microsoft.com/office/officeart/2005/8/layout/vProcess5"/>
    <dgm:cxn modelId="{7C3E5BAE-87D5-4071-B358-45D40B744AFD}" type="presParOf" srcId="{829326F1-6EAF-444A-A1C6-52CBE33BB986}" destId="{CA40D3AA-D18F-4250-8E10-3911E6E6AB89}" srcOrd="8" destOrd="0" presId="urn:microsoft.com/office/officeart/2005/8/layout/vProcess5"/>
    <dgm:cxn modelId="{83F4EE01-A5FB-4C82-9FDB-80BB01C4A9D9}" type="presParOf" srcId="{829326F1-6EAF-444A-A1C6-52CBE33BB986}" destId="{356E2A6F-C706-4C41-957B-115F709CC583}" srcOrd="9" destOrd="0" presId="urn:microsoft.com/office/officeart/2005/8/layout/vProcess5"/>
    <dgm:cxn modelId="{6E0EB58A-47AD-4712-B52E-26340D361C4F}" type="presParOf" srcId="{829326F1-6EAF-444A-A1C6-52CBE33BB986}" destId="{778A31E6-C371-40C3-AA83-053CCAE71E78}" srcOrd="10" destOrd="0" presId="urn:microsoft.com/office/officeart/2005/8/layout/vProcess5"/>
    <dgm:cxn modelId="{A36D5FF3-0C4F-4E6B-8A2A-B4E602A7B38E}" type="presParOf" srcId="{829326F1-6EAF-444A-A1C6-52CBE33BB986}" destId="{FD8E9416-A43A-4A5E-BE9A-AA8A229840AB}" srcOrd="11" destOrd="0" presId="urn:microsoft.com/office/officeart/2005/8/layout/vProcess5"/>
    <dgm:cxn modelId="{B5319F97-3F9D-432B-8569-0908E1126DF4}" type="presParOf" srcId="{829326F1-6EAF-444A-A1C6-52CBE33BB986}" destId="{B481EDAB-5D7A-4899-A377-72168EA14229}" srcOrd="12" destOrd="0" presId="urn:microsoft.com/office/officeart/2005/8/layout/vProcess5"/>
    <dgm:cxn modelId="{E7B78BF2-4372-4D15-939A-5FFEB52CA112}" type="presParOf" srcId="{829326F1-6EAF-444A-A1C6-52CBE33BB986}" destId="{25AC90D9-283F-4788-A3E6-2D96A11E5709}" srcOrd="13" destOrd="0" presId="urn:microsoft.com/office/officeart/2005/8/layout/vProcess5"/>
    <dgm:cxn modelId="{EB38A6D8-9B7F-4BD6-A078-6FD5E1AFD334}" type="presParOf" srcId="{829326F1-6EAF-444A-A1C6-52CBE33BB986}" destId="{67D91C38-0FAD-4CF2-89A9-9E480D5D04A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392A4E-3E8D-4A08-AC72-E4D7AEE3952F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14771D-B053-4846-A79F-62B538FE1ECE}">
      <dgm:prSet custT="1"/>
      <dgm:spPr/>
      <dgm:t>
        <a:bodyPr/>
        <a:lstStyle/>
        <a:p>
          <a:pPr algn="l"/>
          <a:r>
            <a:rPr lang="en-GB" sz="1800" noProof="0"/>
            <a:t>Primary Stakeholders:</a:t>
          </a:r>
        </a:p>
      </dgm:t>
    </dgm:pt>
    <dgm:pt modelId="{1B5BBD68-0261-4256-BD2A-D6F0197E7677}" type="parTrans" cxnId="{580CD695-E162-4FD7-B4B6-E4B030014DD7}">
      <dgm:prSet/>
      <dgm:spPr/>
      <dgm:t>
        <a:bodyPr/>
        <a:lstStyle/>
        <a:p>
          <a:pPr algn="l"/>
          <a:endParaRPr lang="en-US" sz="2000"/>
        </a:p>
      </dgm:t>
    </dgm:pt>
    <dgm:pt modelId="{DAF102C7-195C-4D92-A34E-2BCC401BF2F8}" type="sibTrans" cxnId="{580CD695-E162-4FD7-B4B6-E4B030014DD7}">
      <dgm:prSet/>
      <dgm:spPr/>
      <dgm:t>
        <a:bodyPr/>
        <a:lstStyle/>
        <a:p>
          <a:pPr algn="l"/>
          <a:endParaRPr lang="en-US" sz="2000"/>
        </a:p>
      </dgm:t>
    </dgm:pt>
    <dgm:pt modelId="{917FECE8-38DD-404D-9070-7554ACFFE841}">
      <dgm:prSet custT="1"/>
      <dgm:spPr/>
      <dgm:t>
        <a:bodyPr/>
        <a:lstStyle/>
        <a:p>
          <a:pPr algn="l"/>
          <a:r>
            <a:rPr lang="en-GB" sz="1000" b="1" noProof="0"/>
            <a:t>Individuals &amp; Support Partners</a:t>
          </a:r>
          <a:r>
            <a:rPr lang="en-GB" sz="1000" b="0" noProof="0"/>
            <a:t>s</a:t>
          </a:r>
          <a:r>
            <a:rPr lang="en-GB" sz="1000" noProof="0"/>
            <a:t>eeking timely, low-friction guidance.</a:t>
          </a:r>
        </a:p>
      </dgm:t>
    </dgm:pt>
    <dgm:pt modelId="{6B6410B4-DD58-43DC-B899-7C56B67E35C1}" type="parTrans" cxnId="{F376EA0A-0A58-4271-9BFA-A40DC5E26853}">
      <dgm:prSet/>
      <dgm:spPr/>
      <dgm:t>
        <a:bodyPr/>
        <a:lstStyle/>
        <a:p>
          <a:pPr algn="l"/>
          <a:endParaRPr lang="en-US" sz="2000"/>
        </a:p>
      </dgm:t>
    </dgm:pt>
    <dgm:pt modelId="{329F0AC5-BAFC-4D02-9525-50F3C24C8238}" type="sibTrans" cxnId="{F376EA0A-0A58-4271-9BFA-A40DC5E26853}">
      <dgm:prSet/>
      <dgm:spPr/>
      <dgm:t>
        <a:bodyPr/>
        <a:lstStyle/>
        <a:p>
          <a:pPr algn="l"/>
          <a:endParaRPr lang="en-US" sz="2000"/>
        </a:p>
      </dgm:t>
    </dgm:pt>
    <dgm:pt modelId="{7B8F16EF-DDAB-4945-9F51-EC7FD2FFD6DD}">
      <dgm:prSet custT="1"/>
      <dgm:spPr/>
      <dgm:t>
        <a:bodyPr/>
        <a:lstStyle/>
        <a:p>
          <a:pPr algn="l"/>
          <a:r>
            <a:rPr lang="en-GB" sz="1000" b="1" noProof="0"/>
            <a:t>Care Teams</a:t>
          </a:r>
          <a:r>
            <a:rPr lang="en-GB" sz="1000" b="0" noProof="0"/>
            <a:t>n</a:t>
          </a:r>
          <a:r>
            <a:rPr lang="en-GB" sz="1000" noProof="0"/>
            <a:t>eeding efficient ways to review patterns and intervene earlier.</a:t>
          </a:r>
        </a:p>
      </dgm:t>
    </dgm:pt>
    <dgm:pt modelId="{71D495E4-4F85-4A9D-A0D0-43898F290586}" type="parTrans" cxnId="{01332CF4-7799-46FF-9255-DF20DB5556DA}">
      <dgm:prSet/>
      <dgm:spPr/>
      <dgm:t>
        <a:bodyPr/>
        <a:lstStyle/>
        <a:p>
          <a:pPr algn="l"/>
          <a:endParaRPr lang="en-US" sz="2000"/>
        </a:p>
      </dgm:t>
    </dgm:pt>
    <dgm:pt modelId="{8644972A-9030-4245-B21C-039017957D08}" type="sibTrans" cxnId="{01332CF4-7799-46FF-9255-DF20DB5556DA}">
      <dgm:prSet/>
      <dgm:spPr/>
      <dgm:t>
        <a:bodyPr/>
        <a:lstStyle/>
        <a:p>
          <a:pPr algn="l"/>
          <a:endParaRPr lang="en-US" sz="2000"/>
        </a:p>
      </dgm:t>
    </dgm:pt>
    <dgm:pt modelId="{AB396150-5496-4591-8812-376FD32798C5}">
      <dgm:prSet custT="1"/>
      <dgm:spPr/>
      <dgm:t>
        <a:bodyPr/>
        <a:lstStyle/>
        <a:p>
          <a:pPr algn="l"/>
          <a:r>
            <a:rPr lang="en-GB" sz="1800" noProof="0"/>
            <a:t>Secondary Stakeholders:</a:t>
          </a:r>
        </a:p>
      </dgm:t>
    </dgm:pt>
    <dgm:pt modelId="{ABC48126-89C3-49EB-B988-19D3D3A1D23D}" type="parTrans" cxnId="{39642A73-9DED-4FE6-A2DF-17F22FC33ED2}">
      <dgm:prSet/>
      <dgm:spPr/>
      <dgm:t>
        <a:bodyPr/>
        <a:lstStyle/>
        <a:p>
          <a:pPr algn="l"/>
          <a:endParaRPr lang="en-US" sz="2000"/>
        </a:p>
      </dgm:t>
    </dgm:pt>
    <dgm:pt modelId="{53C070F4-A042-49B1-A3DF-D24DEE876714}" type="sibTrans" cxnId="{39642A73-9DED-4FE6-A2DF-17F22FC33ED2}">
      <dgm:prSet/>
      <dgm:spPr/>
      <dgm:t>
        <a:bodyPr/>
        <a:lstStyle/>
        <a:p>
          <a:pPr algn="l"/>
          <a:endParaRPr lang="en-US" sz="2000"/>
        </a:p>
      </dgm:t>
    </dgm:pt>
    <dgm:pt modelId="{ACD7C011-2136-48F8-A771-DCF5D9CED3C8}">
      <dgm:prSet custT="1"/>
      <dgm:spPr/>
      <dgm:t>
        <a:bodyPr/>
        <a:lstStyle/>
        <a:p>
          <a:pPr algn="l"/>
          <a:r>
            <a:rPr lang="en-GB" sz="1000" b="1" noProof="0"/>
            <a:t>Providers &amp; Payers</a:t>
          </a:r>
          <a:r>
            <a:rPr lang="en-GB" sz="1000" b="0" noProof="0"/>
            <a:t>l</a:t>
          </a:r>
          <a:r>
            <a:rPr lang="en-GB" sz="1000" noProof="0"/>
            <a:t>ooking for scalable approaches that improve outcomes and reduce avoidable cost.</a:t>
          </a:r>
        </a:p>
      </dgm:t>
    </dgm:pt>
    <dgm:pt modelId="{E4BE4C77-F364-415F-AE68-1BF5F94CC3D5}" type="parTrans" cxnId="{3499CE84-F51B-483C-96B6-6256C6661E1C}">
      <dgm:prSet/>
      <dgm:spPr/>
      <dgm:t>
        <a:bodyPr/>
        <a:lstStyle/>
        <a:p>
          <a:pPr algn="l"/>
          <a:endParaRPr lang="en-US" sz="2000"/>
        </a:p>
      </dgm:t>
    </dgm:pt>
    <dgm:pt modelId="{5B0F4648-CF66-4395-A9BF-C908CF348E23}" type="sibTrans" cxnId="{3499CE84-F51B-483C-96B6-6256C6661E1C}">
      <dgm:prSet/>
      <dgm:spPr/>
      <dgm:t>
        <a:bodyPr/>
        <a:lstStyle/>
        <a:p>
          <a:pPr algn="l"/>
          <a:endParaRPr lang="en-US" sz="2000"/>
        </a:p>
      </dgm:t>
    </dgm:pt>
    <dgm:pt modelId="{CA748B2B-53E5-4C26-BA8D-AAAFFFB74DB9}">
      <dgm:prSet custT="1"/>
      <dgm:spPr/>
      <dgm:t>
        <a:bodyPr/>
        <a:lstStyle/>
        <a:p>
          <a:pPr algn="l"/>
          <a:r>
            <a:rPr lang="en-GB" sz="1000" b="1" noProof="0"/>
            <a:t>Community &amp; Advocacy Groups:</a:t>
          </a:r>
          <a:r>
            <a:rPr lang="en-GB" sz="1000" noProof="0"/>
            <a:t>(e.g., local networks and peer-led organizations).</a:t>
          </a:r>
        </a:p>
      </dgm:t>
    </dgm:pt>
    <dgm:pt modelId="{B035A51D-3517-443C-BEDE-BFE84D8711F3}" type="parTrans" cxnId="{C237ADAC-B4BE-4001-B50C-F1C539D4008A}">
      <dgm:prSet/>
      <dgm:spPr/>
      <dgm:t>
        <a:bodyPr/>
        <a:lstStyle/>
        <a:p>
          <a:pPr algn="l"/>
          <a:endParaRPr lang="en-US" sz="2000"/>
        </a:p>
      </dgm:t>
    </dgm:pt>
    <dgm:pt modelId="{B4C4591C-49ED-4817-8CE8-D034CD911258}" type="sibTrans" cxnId="{C237ADAC-B4BE-4001-B50C-F1C539D4008A}">
      <dgm:prSet/>
      <dgm:spPr/>
      <dgm:t>
        <a:bodyPr/>
        <a:lstStyle/>
        <a:p>
          <a:pPr algn="l"/>
          <a:endParaRPr lang="en-US" sz="2000"/>
        </a:p>
      </dgm:t>
    </dgm:pt>
    <dgm:pt modelId="{8ABC0793-4388-458F-A1B6-8C9857FD2BF3}">
      <dgm:prSet custT="1"/>
      <dgm:spPr/>
      <dgm:t>
        <a:bodyPr/>
        <a:lstStyle/>
        <a:p>
          <a:pPr algn="l"/>
          <a:r>
            <a:rPr lang="en-GB" sz="1800" b="1" noProof="0"/>
            <a:t>Market Opportunity:</a:t>
          </a:r>
          <a:r>
            <a:rPr lang="en-GB" sz="1800" noProof="0"/>
            <a:t>Where transitions are long and fragmented, the need for a coordinated and scalable support network is substantial.</a:t>
          </a:r>
        </a:p>
      </dgm:t>
    </dgm:pt>
    <dgm:pt modelId="{F0DD19F0-4B8B-4359-993D-F20774D608CF}" type="parTrans" cxnId="{D75C3E2E-93DE-4388-92B8-A4E6F61D7221}">
      <dgm:prSet/>
      <dgm:spPr/>
      <dgm:t>
        <a:bodyPr/>
        <a:lstStyle/>
        <a:p>
          <a:pPr algn="l"/>
          <a:endParaRPr lang="en-US" sz="2000"/>
        </a:p>
      </dgm:t>
    </dgm:pt>
    <dgm:pt modelId="{BCB48138-AB87-4CBA-884C-F85815457906}" type="sibTrans" cxnId="{D75C3E2E-93DE-4388-92B8-A4E6F61D7221}">
      <dgm:prSet/>
      <dgm:spPr/>
      <dgm:t>
        <a:bodyPr/>
        <a:lstStyle/>
        <a:p>
          <a:pPr algn="l"/>
          <a:endParaRPr lang="en-US" sz="2000"/>
        </a:p>
      </dgm:t>
    </dgm:pt>
    <dgm:pt modelId="{E4192FD9-1133-495A-A593-34E37A73453B}" type="pres">
      <dgm:prSet presAssocID="{27392A4E-3E8D-4A08-AC72-E4D7AEE3952F}" presName="Name0" presStyleCnt="0">
        <dgm:presLayoutVars>
          <dgm:dir/>
          <dgm:animLvl val="lvl"/>
          <dgm:resizeHandles val="exact"/>
        </dgm:presLayoutVars>
      </dgm:prSet>
      <dgm:spPr/>
    </dgm:pt>
    <dgm:pt modelId="{C13D5DF7-12C4-4D2A-81E5-DC226C340D3D}" type="pres">
      <dgm:prSet presAssocID="{8ABC0793-4388-458F-A1B6-8C9857FD2BF3}" presName="boxAndChildren" presStyleCnt="0"/>
      <dgm:spPr/>
    </dgm:pt>
    <dgm:pt modelId="{BA17F1DA-FFCE-4964-8AB8-6FF9D52D4BEC}" type="pres">
      <dgm:prSet presAssocID="{8ABC0793-4388-458F-A1B6-8C9857FD2BF3}" presName="parentTextBox" presStyleLbl="node1" presStyleIdx="0" presStyleCnt="3"/>
      <dgm:spPr/>
    </dgm:pt>
    <dgm:pt modelId="{67FA619A-60CF-420E-802C-D676C0E404AA}" type="pres">
      <dgm:prSet presAssocID="{53C070F4-A042-49B1-A3DF-D24DEE876714}" presName="sp" presStyleCnt="0"/>
      <dgm:spPr/>
    </dgm:pt>
    <dgm:pt modelId="{6FE1D755-5DD0-4191-93EA-2C00E8502681}" type="pres">
      <dgm:prSet presAssocID="{AB396150-5496-4591-8812-376FD32798C5}" presName="arrowAndChildren" presStyleCnt="0"/>
      <dgm:spPr/>
    </dgm:pt>
    <dgm:pt modelId="{3F83D0D6-BAA1-47AF-BAC0-F2099008404D}" type="pres">
      <dgm:prSet presAssocID="{AB396150-5496-4591-8812-376FD32798C5}" presName="parentTextArrow" presStyleLbl="node1" presStyleIdx="0" presStyleCnt="3"/>
      <dgm:spPr/>
    </dgm:pt>
    <dgm:pt modelId="{35DD58E1-9195-4E2A-9252-940D1DDB4926}" type="pres">
      <dgm:prSet presAssocID="{AB396150-5496-4591-8812-376FD32798C5}" presName="arrow" presStyleLbl="node1" presStyleIdx="1" presStyleCnt="3"/>
      <dgm:spPr/>
    </dgm:pt>
    <dgm:pt modelId="{75BAE195-38CB-401E-BF0A-EF13E0FF2733}" type="pres">
      <dgm:prSet presAssocID="{AB396150-5496-4591-8812-376FD32798C5}" presName="descendantArrow" presStyleCnt="0"/>
      <dgm:spPr/>
    </dgm:pt>
    <dgm:pt modelId="{3EB503C8-0EA3-4070-84F8-0B33811E1E8F}" type="pres">
      <dgm:prSet presAssocID="{ACD7C011-2136-48F8-A771-DCF5D9CED3C8}" presName="childTextArrow" presStyleLbl="fgAccFollowNode1" presStyleIdx="0" presStyleCnt="4">
        <dgm:presLayoutVars>
          <dgm:bulletEnabled val="1"/>
        </dgm:presLayoutVars>
      </dgm:prSet>
      <dgm:spPr/>
    </dgm:pt>
    <dgm:pt modelId="{191D87A7-06B9-46BD-B869-9BB0A14A0906}" type="pres">
      <dgm:prSet presAssocID="{CA748B2B-53E5-4C26-BA8D-AAAFFFB74DB9}" presName="childTextArrow" presStyleLbl="fgAccFollowNode1" presStyleIdx="1" presStyleCnt="4">
        <dgm:presLayoutVars>
          <dgm:bulletEnabled val="1"/>
        </dgm:presLayoutVars>
      </dgm:prSet>
      <dgm:spPr/>
    </dgm:pt>
    <dgm:pt modelId="{B53563A7-B47D-436B-B74B-1EABABB977FB}" type="pres">
      <dgm:prSet presAssocID="{DAF102C7-195C-4D92-A34E-2BCC401BF2F8}" presName="sp" presStyleCnt="0"/>
      <dgm:spPr/>
    </dgm:pt>
    <dgm:pt modelId="{0C9B3434-3C4E-47CB-AB1C-84C26F18BD90}" type="pres">
      <dgm:prSet presAssocID="{6914771D-B053-4846-A79F-62B538FE1ECE}" presName="arrowAndChildren" presStyleCnt="0"/>
      <dgm:spPr/>
    </dgm:pt>
    <dgm:pt modelId="{F5B8B42D-D243-4249-9132-F0A59AA76545}" type="pres">
      <dgm:prSet presAssocID="{6914771D-B053-4846-A79F-62B538FE1ECE}" presName="parentTextArrow" presStyleLbl="node1" presStyleIdx="1" presStyleCnt="3"/>
      <dgm:spPr/>
    </dgm:pt>
    <dgm:pt modelId="{D3965230-0D1A-4CA1-8A71-507EFC6CB759}" type="pres">
      <dgm:prSet presAssocID="{6914771D-B053-4846-A79F-62B538FE1ECE}" presName="arrow" presStyleLbl="node1" presStyleIdx="2" presStyleCnt="3" custLinFactNeighborX="0" custLinFactNeighborY="-45009"/>
      <dgm:spPr/>
    </dgm:pt>
    <dgm:pt modelId="{E5E4672C-7498-4F72-A12E-83E7A77A411B}" type="pres">
      <dgm:prSet presAssocID="{6914771D-B053-4846-A79F-62B538FE1ECE}" presName="descendantArrow" presStyleCnt="0"/>
      <dgm:spPr/>
    </dgm:pt>
    <dgm:pt modelId="{EF52FF29-EB38-4E0A-AEF0-FF963935B054}" type="pres">
      <dgm:prSet presAssocID="{917FECE8-38DD-404D-9070-7554ACFFE841}" presName="childTextArrow" presStyleLbl="fgAccFollowNode1" presStyleIdx="2" presStyleCnt="4">
        <dgm:presLayoutVars>
          <dgm:bulletEnabled val="1"/>
        </dgm:presLayoutVars>
      </dgm:prSet>
      <dgm:spPr/>
    </dgm:pt>
    <dgm:pt modelId="{521941AC-5663-4338-96CD-3C65AB2B6FE6}" type="pres">
      <dgm:prSet presAssocID="{7B8F16EF-DDAB-4945-9F51-EC7FD2FFD6DD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0D807102-4513-42EF-BB0A-8480FF4E23C4}" type="presOf" srcId="{6914771D-B053-4846-A79F-62B538FE1ECE}" destId="{F5B8B42D-D243-4249-9132-F0A59AA76545}" srcOrd="0" destOrd="0" presId="urn:microsoft.com/office/officeart/2005/8/layout/process4"/>
    <dgm:cxn modelId="{2D674B06-DAAC-445A-AE21-2346CEFB9DEA}" type="presOf" srcId="{AB396150-5496-4591-8812-376FD32798C5}" destId="{3F83D0D6-BAA1-47AF-BAC0-F2099008404D}" srcOrd="0" destOrd="0" presId="urn:microsoft.com/office/officeart/2005/8/layout/process4"/>
    <dgm:cxn modelId="{F376EA0A-0A58-4271-9BFA-A40DC5E26853}" srcId="{6914771D-B053-4846-A79F-62B538FE1ECE}" destId="{917FECE8-38DD-404D-9070-7554ACFFE841}" srcOrd="0" destOrd="0" parTransId="{6B6410B4-DD58-43DC-B899-7C56B67E35C1}" sibTransId="{329F0AC5-BAFC-4D02-9525-50F3C24C8238}"/>
    <dgm:cxn modelId="{96166220-C613-4DFA-A027-769DD674573A}" type="presOf" srcId="{27392A4E-3E8D-4A08-AC72-E4D7AEE3952F}" destId="{E4192FD9-1133-495A-A593-34E37A73453B}" srcOrd="0" destOrd="0" presId="urn:microsoft.com/office/officeart/2005/8/layout/process4"/>
    <dgm:cxn modelId="{F11EB527-35C1-44B1-B22D-9482697D9EE9}" type="presOf" srcId="{CA748B2B-53E5-4C26-BA8D-AAAFFFB74DB9}" destId="{191D87A7-06B9-46BD-B869-9BB0A14A0906}" srcOrd="0" destOrd="0" presId="urn:microsoft.com/office/officeart/2005/8/layout/process4"/>
    <dgm:cxn modelId="{D75C3E2E-93DE-4388-92B8-A4E6F61D7221}" srcId="{27392A4E-3E8D-4A08-AC72-E4D7AEE3952F}" destId="{8ABC0793-4388-458F-A1B6-8C9857FD2BF3}" srcOrd="2" destOrd="0" parTransId="{F0DD19F0-4B8B-4359-993D-F20774D608CF}" sibTransId="{BCB48138-AB87-4CBA-884C-F85815457906}"/>
    <dgm:cxn modelId="{5428A84C-B318-4BC6-A073-15FD07F9C370}" type="presOf" srcId="{8ABC0793-4388-458F-A1B6-8C9857FD2BF3}" destId="{BA17F1DA-FFCE-4964-8AB8-6FF9D52D4BEC}" srcOrd="0" destOrd="0" presId="urn:microsoft.com/office/officeart/2005/8/layout/process4"/>
    <dgm:cxn modelId="{882EB85E-3BA2-4423-9462-E54846B35231}" type="presOf" srcId="{7B8F16EF-DDAB-4945-9F51-EC7FD2FFD6DD}" destId="{521941AC-5663-4338-96CD-3C65AB2B6FE6}" srcOrd="0" destOrd="0" presId="urn:microsoft.com/office/officeart/2005/8/layout/process4"/>
    <dgm:cxn modelId="{39642A73-9DED-4FE6-A2DF-17F22FC33ED2}" srcId="{27392A4E-3E8D-4A08-AC72-E4D7AEE3952F}" destId="{AB396150-5496-4591-8812-376FD32798C5}" srcOrd="1" destOrd="0" parTransId="{ABC48126-89C3-49EB-B988-19D3D3A1D23D}" sibTransId="{53C070F4-A042-49B1-A3DF-D24DEE876714}"/>
    <dgm:cxn modelId="{3499CE84-F51B-483C-96B6-6256C6661E1C}" srcId="{AB396150-5496-4591-8812-376FD32798C5}" destId="{ACD7C011-2136-48F8-A771-DCF5D9CED3C8}" srcOrd="0" destOrd="0" parTransId="{E4BE4C77-F364-415F-AE68-1BF5F94CC3D5}" sibTransId="{5B0F4648-CF66-4395-A9BF-C908CF348E23}"/>
    <dgm:cxn modelId="{580CD695-E162-4FD7-B4B6-E4B030014DD7}" srcId="{27392A4E-3E8D-4A08-AC72-E4D7AEE3952F}" destId="{6914771D-B053-4846-A79F-62B538FE1ECE}" srcOrd="0" destOrd="0" parTransId="{1B5BBD68-0261-4256-BD2A-D6F0197E7677}" sibTransId="{DAF102C7-195C-4D92-A34E-2BCC401BF2F8}"/>
    <dgm:cxn modelId="{C237ADAC-B4BE-4001-B50C-F1C539D4008A}" srcId="{AB396150-5496-4591-8812-376FD32798C5}" destId="{CA748B2B-53E5-4C26-BA8D-AAAFFFB74DB9}" srcOrd="1" destOrd="0" parTransId="{B035A51D-3517-443C-BEDE-BFE84D8711F3}" sibTransId="{B4C4591C-49ED-4817-8CE8-D034CD911258}"/>
    <dgm:cxn modelId="{84A2B6BE-93EB-4013-870C-042EAB98082B}" type="presOf" srcId="{AB396150-5496-4591-8812-376FD32798C5}" destId="{35DD58E1-9195-4E2A-9252-940D1DDB4926}" srcOrd="1" destOrd="0" presId="urn:microsoft.com/office/officeart/2005/8/layout/process4"/>
    <dgm:cxn modelId="{09F556D3-7701-4646-90C6-054F52FB28F1}" type="presOf" srcId="{917FECE8-38DD-404D-9070-7554ACFFE841}" destId="{EF52FF29-EB38-4E0A-AEF0-FF963935B054}" srcOrd="0" destOrd="0" presId="urn:microsoft.com/office/officeart/2005/8/layout/process4"/>
    <dgm:cxn modelId="{75710BF2-E87C-4143-A786-3289F5020D11}" type="presOf" srcId="{6914771D-B053-4846-A79F-62B538FE1ECE}" destId="{D3965230-0D1A-4CA1-8A71-507EFC6CB759}" srcOrd="1" destOrd="0" presId="urn:microsoft.com/office/officeart/2005/8/layout/process4"/>
    <dgm:cxn modelId="{01332CF4-7799-46FF-9255-DF20DB5556DA}" srcId="{6914771D-B053-4846-A79F-62B538FE1ECE}" destId="{7B8F16EF-DDAB-4945-9F51-EC7FD2FFD6DD}" srcOrd="1" destOrd="0" parTransId="{71D495E4-4F85-4A9D-A0D0-43898F290586}" sibTransId="{8644972A-9030-4245-B21C-039017957D08}"/>
    <dgm:cxn modelId="{D44EC0F6-3B4E-4C12-8669-6A09BA2A555D}" type="presOf" srcId="{ACD7C011-2136-48F8-A771-DCF5D9CED3C8}" destId="{3EB503C8-0EA3-4070-84F8-0B33811E1E8F}" srcOrd="0" destOrd="0" presId="urn:microsoft.com/office/officeart/2005/8/layout/process4"/>
    <dgm:cxn modelId="{E68F29F3-7511-49BF-A27D-F15BAAFB66F7}" type="presParOf" srcId="{E4192FD9-1133-495A-A593-34E37A73453B}" destId="{C13D5DF7-12C4-4D2A-81E5-DC226C340D3D}" srcOrd="0" destOrd="0" presId="urn:microsoft.com/office/officeart/2005/8/layout/process4"/>
    <dgm:cxn modelId="{A3142B6B-208E-4AD3-906A-7DCF8CF8D2CD}" type="presParOf" srcId="{C13D5DF7-12C4-4D2A-81E5-DC226C340D3D}" destId="{BA17F1DA-FFCE-4964-8AB8-6FF9D52D4BEC}" srcOrd="0" destOrd="0" presId="urn:microsoft.com/office/officeart/2005/8/layout/process4"/>
    <dgm:cxn modelId="{67AA2F33-7555-43E3-9EDB-BE290094D91B}" type="presParOf" srcId="{E4192FD9-1133-495A-A593-34E37A73453B}" destId="{67FA619A-60CF-420E-802C-D676C0E404AA}" srcOrd="1" destOrd="0" presId="urn:microsoft.com/office/officeart/2005/8/layout/process4"/>
    <dgm:cxn modelId="{381836F5-4B77-4512-A67C-85F959904913}" type="presParOf" srcId="{E4192FD9-1133-495A-A593-34E37A73453B}" destId="{6FE1D755-5DD0-4191-93EA-2C00E8502681}" srcOrd="2" destOrd="0" presId="urn:microsoft.com/office/officeart/2005/8/layout/process4"/>
    <dgm:cxn modelId="{1FE28CA1-CDB6-48AE-BF7A-13194FA21ABC}" type="presParOf" srcId="{6FE1D755-5DD0-4191-93EA-2C00E8502681}" destId="{3F83D0D6-BAA1-47AF-BAC0-F2099008404D}" srcOrd="0" destOrd="0" presId="urn:microsoft.com/office/officeart/2005/8/layout/process4"/>
    <dgm:cxn modelId="{AC7ED365-D393-4217-B1D8-891F16ABC863}" type="presParOf" srcId="{6FE1D755-5DD0-4191-93EA-2C00E8502681}" destId="{35DD58E1-9195-4E2A-9252-940D1DDB4926}" srcOrd="1" destOrd="0" presId="urn:microsoft.com/office/officeart/2005/8/layout/process4"/>
    <dgm:cxn modelId="{0E0E8136-8173-40EF-BC21-995870F131C8}" type="presParOf" srcId="{6FE1D755-5DD0-4191-93EA-2C00E8502681}" destId="{75BAE195-38CB-401E-BF0A-EF13E0FF2733}" srcOrd="2" destOrd="0" presId="urn:microsoft.com/office/officeart/2005/8/layout/process4"/>
    <dgm:cxn modelId="{2710510B-E6EB-42D6-82B8-784F555C4CD7}" type="presParOf" srcId="{75BAE195-38CB-401E-BF0A-EF13E0FF2733}" destId="{3EB503C8-0EA3-4070-84F8-0B33811E1E8F}" srcOrd="0" destOrd="0" presId="urn:microsoft.com/office/officeart/2005/8/layout/process4"/>
    <dgm:cxn modelId="{39892285-7CA9-4BF4-A2DA-BAE08B281CFD}" type="presParOf" srcId="{75BAE195-38CB-401E-BF0A-EF13E0FF2733}" destId="{191D87A7-06B9-46BD-B869-9BB0A14A0906}" srcOrd="1" destOrd="0" presId="urn:microsoft.com/office/officeart/2005/8/layout/process4"/>
    <dgm:cxn modelId="{F1857DFB-DF7A-4457-8A50-D74EC594BE78}" type="presParOf" srcId="{E4192FD9-1133-495A-A593-34E37A73453B}" destId="{B53563A7-B47D-436B-B74B-1EABABB977FB}" srcOrd="3" destOrd="0" presId="urn:microsoft.com/office/officeart/2005/8/layout/process4"/>
    <dgm:cxn modelId="{416E3E34-C78C-4FE4-9D6B-6C7ADFDCDA2B}" type="presParOf" srcId="{E4192FD9-1133-495A-A593-34E37A73453B}" destId="{0C9B3434-3C4E-47CB-AB1C-84C26F18BD90}" srcOrd="4" destOrd="0" presId="urn:microsoft.com/office/officeart/2005/8/layout/process4"/>
    <dgm:cxn modelId="{27B50C2D-E672-4102-A30E-35582785B87D}" type="presParOf" srcId="{0C9B3434-3C4E-47CB-AB1C-84C26F18BD90}" destId="{F5B8B42D-D243-4249-9132-F0A59AA76545}" srcOrd="0" destOrd="0" presId="urn:microsoft.com/office/officeart/2005/8/layout/process4"/>
    <dgm:cxn modelId="{AFBA3F21-A323-4099-AAEB-C8F2BA3BD4B5}" type="presParOf" srcId="{0C9B3434-3C4E-47CB-AB1C-84C26F18BD90}" destId="{D3965230-0D1A-4CA1-8A71-507EFC6CB759}" srcOrd="1" destOrd="0" presId="urn:microsoft.com/office/officeart/2005/8/layout/process4"/>
    <dgm:cxn modelId="{165D83CD-C7A3-4BAB-B649-D09D51D8624E}" type="presParOf" srcId="{0C9B3434-3C4E-47CB-AB1C-84C26F18BD90}" destId="{E5E4672C-7498-4F72-A12E-83E7A77A411B}" srcOrd="2" destOrd="0" presId="urn:microsoft.com/office/officeart/2005/8/layout/process4"/>
    <dgm:cxn modelId="{5B87E33A-0933-4553-A751-4DCDB9DEE96F}" type="presParOf" srcId="{E5E4672C-7498-4F72-A12E-83E7A77A411B}" destId="{EF52FF29-EB38-4E0A-AEF0-FF963935B054}" srcOrd="0" destOrd="0" presId="urn:microsoft.com/office/officeart/2005/8/layout/process4"/>
    <dgm:cxn modelId="{35D4E8BC-8E45-46E2-9596-E890AE6002B5}" type="presParOf" srcId="{E5E4672C-7498-4F72-A12E-83E7A77A411B}" destId="{521941AC-5663-4338-96CD-3C65AB2B6FE6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54F33-23ED-4CFF-9389-2FAE4E63848E}">
      <dsp:nvSpPr>
        <dsp:cNvPr id="0" name=""/>
        <dsp:cNvSpPr/>
      </dsp:nvSpPr>
      <dsp:spPr>
        <a:xfrm>
          <a:off x="0" y="8536"/>
          <a:ext cx="4623050" cy="8821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TXT-0272</a:t>
          </a:r>
          <a:r>
            <a:rPr lang="en-GB" sz="1600" b="1" kern="1200" noProof="0"/>
            <a:t>TXT-0273</a:t>
          </a:r>
          <a:r>
            <a:rPr lang="en-GB" sz="1600" b="0" i="0" kern="1200" noProof="0"/>
            <a:t>TXT-0274</a:t>
          </a:r>
          <a:r>
            <a:rPr lang="en-GB" sz="1600" b="1" i="0" kern="1200" noProof="0"/>
            <a:t>TXT-0275</a:t>
          </a:r>
          <a:r>
            <a:rPr lang="en-GB" sz="1600" b="0" i="0" kern="1200" noProof="0"/>
            <a:t>TXT-0276</a:t>
          </a:r>
          <a:endParaRPr lang="en-GB" sz="1600" kern="1200" noProof="0"/>
        </a:p>
      </dsp:txBody>
      <dsp:txXfrm>
        <a:off x="43064" y="51600"/>
        <a:ext cx="4536922" cy="796052"/>
      </dsp:txXfrm>
    </dsp:sp>
    <dsp:sp modelId="{A398F42C-145D-4451-8FF9-84B7483B568B}">
      <dsp:nvSpPr>
        <dsp:cNvPr id="0" name=""/>
        <dsp:cNvSpPr/>
      </dsp:nvSpPr>
      <dsp:spPr>
        <a:xfrm>
          <a:off x="0" y="965596"/>
          <a:ext cx="4623050" cy="8821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TXT-0277</a:t>
          </a:r>
          <a:r>
            <a:rPr lang="en-GB" sz="1600" b="1" kern="1200" noProof="0"/>
            <a:t>TXT-0278</a:t>
          </a:r>
          <a:r>
            <a:rPr lang="en-GB" sz="1600" b="0" i="0" kern="1200" noProof="0"/>
            <a:t>TXT-0279</a:t>
          </a:r>
          <a:r>
            <a:rPr lang="en-GB" sz="1600" b="0" i="1" kern="1200" noProof="0"/>
            <a:t>TXT-0280</a:t>
          </a:r>
          <a:r>
            <a:rPr lang="en-GB" sz="1600" b="0" i="0" kern="1200" noProof="0"/>
            <a:t>TXT-0281</a:t>
          </a:r>
          <a:r>
            <a:rPr lang="en-GB" sz="1600" b="1" i="0" kern="1200" noProof="0"/>
            <a:t>TXT-0282</a:t>
          </a:r>
          <a:r>
            <a:rPr lang="en-GB" sz="1600" b="0" i="0" kern="1200" noProof="0"/>
            <a:t>TXT-0283</a:t>
          </a:r>
          <a:endParaRPr lang="en-GB" sz="1600" kern="1200" noProof="0"/>
        </a:p>
      </dsp:txBody>
      <dsp:txXfrm>
        <a:off x="43064" y="1008660"/>
        <a:ext cx="4536922" cy="796052"/>
      </dsp:txXfrm>
    </dsp:sp>
    <dsp:sp modelId="{76EF6918-7FEB-49A3-AB92-15A1EF34AA02}">
      <dsp:nvSpPr>
        <dsp:cNvPr id="0" name=""/>
        <dsp:cNvSpPr/>
      </dsp:nvSpPr>
      <dsp:spPr>
        <a:xfrm>
          <a:off x="0" y="1922656"/>
          <a:ext cx="4623050" cy="8821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TXT-0284</a:t>
          </a:r>
          <a:r>
            <a:rPr lang="en-GB" sz="1600" b="1" kern="1200" noProof="0"/>
            <a:t>TXT-0285</a:t>
          </a:r>
          <a:r>
            <a:rPr lang="en-GB" sz="1600" b="0" i="0" kern="1200" noProof="0"/>
            <a:t>TXT-0286</a:t>
          </a:r>
          <a:r>
            <a:rPr lang="en-GB" sz="1600" b="1" i="0" kern="1200" noProof="0"/>
            <a:t>TXT-0287</a:t>
          </a:r>
          <a:endParaRPr lang="en-GB" sz="1600" b="1" kern="1200" noProof="0"/>
        </a:p>
      </dsp:txBody>
      <dsp:txXfrm>
        <a:off x="43064" y="1965720"/>
        <a:ext cx="4536922" cy="796052"/>
      </dsp:txXfrm>
    </dsp:sp>
    <dsp:sp modelId="{59AE6BC4-DF49-4C31-ADFE-1EDE03A5BF67}">
      <dsp:nvSpPr>
        <dsp:cNvPr id="0" name=""/>
        <dsp:cNvSpPr/>
      </dsp:nvSpPr>
      <dsp:spPr>
        <a:xfrm>
          <a:off x="0" y="2879717"/>
          <a:ext cx="4623050" cy="8821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/>
            <a:t>TXT-0288</a:t>
          </a:r>
          <a:r>
            <a:rPr lang="en-GB" sz="1600" b="1" kern="1200" noProof="0"/>
            <a:t>TXT-0289</a:t>
          </a:r>
          <a:r>
            <a:rPr lang="en-GB" sz="1600" b="0" i="0" kern="1200" noProof="0"/>
            <a:t>TXT-0290</a:t>
          </a:r>
          <a:r>
            <a:rPr lang="en-GB" sz="1600" b="1" i="0" kern="1200" noProof="0"/>
            <a:t>TXT-0291</a:t>
          </a:r>
          <a:endParaRPr lang="en-GB" sz="1600" b="1" kern="1200" noProof="0"/>
        </a:p>
      </dsp:txBody>
      <dsp:txXfrm>
        <a:off x="43064" y="2922781"/>
        <a:ext cx="4536922" cy="7960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D8B18A-16A1-4592-950A-1A82BB693299}">
      <dsp:nvSpPr>
        <dsp:cNvPr id="0" name=""/>
        <dsp:cNvSpPr/>
      </dsp:nvSpPr>
      <dsp:spPr>
        <a:xfrm>
          <a:off x="0" y="0"/>
          <a:ext cx="5034541" cy="80402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noProof="0"/>
            <a:t>TXT-0257</a:t>
          </a:r>
          <a:r>
            <a:rPr lang="en-GB" sz="1600" b="0" i="0" kern="1200" noProof="0"/>
            <a:t>TXT-0258</a:t>
          </a:r>
          <a:r>
            <a:rPr lang="en-GB" sz="1600" b="1" i="0" kern="1200" noProof="0"/>
            <a:t>TXT-0259</a:t>
          </a:r>
          <a:r>
            <a:rPr lang="en-GB" sz="1600" b="0" i="0" kern="1200" noProof="0"/>
            <a:t>TXT-0260</a:t>
          </a:r>
          <a:endParaRPr lang="en-GB" sz="1600" kern="1200" noProof="0"/>
        </a:p>
      </dsp:txBody>
      <dsp:txXfrm>
        <a:off x="23549" y="23549"/>
        <a:ext cx="4072865" cy="756926"/>
      </dsp:txXfrm>
    </dsp:sp>
    <dsp:sp modelId="{D5A0C216-0158-4358-8764-7B6B507A5BC9}">
      <dsp:nvSpPr>
        <dsp:cNvPr id="0" name=""/>
        <dsp:cNvSpPr/>
      </dsp:nvSpPr>
      <dsp:spPr>
        <a:xfrm>
          <a:off x="375955" y="915694"/>
          <a:ext cx="5034541" cy="80402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noProof="0"/>
            <a:t>TXT-0261</a:t>
          </a:r>
          <a:r>
            <a:rPr lang="en-GB" sz="1600" b="0" i="0" kern="1200" noProof="0"/>
            <a:t>TXT-0262</a:t>
          </a:r>
          <a:endParaRPr lang="en-GB" sz="1600" kern="1200" noProof="0"/>
        </a:p>
      </dsp:txBody>
      <dsp:txXfrm>
        <a:off x="399504" y="939243"/>
        <a:ext cx="4088871" cy="756926"/>
      </dsp:txXfrm>
    </dsp:sp>
    <dsp:sp modelId="{2988D659-96C9-4BAA-9E78-4798CFA45B18}">
      <dsp:nvSpPr>
        <dsp:cNvPr id="0" name=""/>
        <dsp:cNvSpPr/>
      </dsp:nvSpPr>
      <dsp:spPr>
        <a:xfrm>
          <a:off x="751911" y="1831389"/>
          <a:ext cx="5034541" cy="80402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noProof="0"/>
            <a:t>TXT-0263</a:t>
          </a:r>
          <a:r>
            <a:rPr lang="en-GB" sz="1600" b="1" i="0" kern="1200" noProof="0"/>
            <a:t>TXT-0264</a:t>
          </a:r>
          <a:r>
            <a:rPr lang="en-GB" sz="1600" b="0" i="0" kern="1200" noProof="0"/>
            <a:t>TXT-0265</a:t>
          </a:r>
          <a:endParaRPr lang="en-GB" sz="1600" kern="1200" noProof="0"/>
        </a:p>
      </dsp:txBody>
      <dsp:txXfrm>
        <a:off x="775460" y="1854938"/>
        <a:ext cx="4088871" cy="756926"/>
      </dsp:txXfrm>
    </dsp:sp>
    <dsp:sp modelId="{84859FB1-F772-4C0F-A380-C75D8B4DF2AB}">
      <dsp:nvSpPr>
        <dsp:cNvPr id="0" name=""/>
        <dsp:cNvSpPr/>
      </dsp:nvSpPr>
      <dsp:spPr>
        <a:xfrm>
          <a:off x="1127867" y="2747083"/>
          <a:ext cx="5034541" cy="80402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noProof="0"/>
            <a:t>TXT-0266</a:t>
          </a:r>
          <a:r>
            <a:rPr lang="en-GB" sz="1600" b="1" i="0" kern="1200" noProof="0"/>
            <a:t>TXT-0267</a:t>
          </a:r>
          <a:r>
            <a:rPr lang="en-GB" sz="1600" b="0" i="0" kern="1200" noProof="0"/>
            <a:t>TXT-0268</a:t>
          </a:r>
          <a:endParaRPr lang="en-GB" sz="1600" kern="1200" noProof="0"/>
        </a:p>
      </dsp:txBody>
      <dsp:txXfrm>
        <a:off x="1151416" y="2770632"/>
        <a:ext cx="4088871" cy="756926"/>
      </dsp:txXfrm>
    </dsp:sp>
    <dsp:sp modelId="{E686A12E-8211-4B35-9113-E6B033ADBF2E}">
      <dsp:nvSpPr>
        <dsp:cNvPr id="0" name=""/>
        <dsp:cNvSpPr/>
      </dsp:nvSpPr>
      <dsp:spPr>
        <a:xfrm>
          <a:off x="1503823" y="3662778"/>
          <a:ext cx="5034541" cy="804024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noProof="0"/>
            <a:t>TXT-0269</a:t>
          </a:r>
          <a:r>
            <a:rPr lang="en-GB" sz="1600" b="1" i="0" kern="1200" noProof="0"/>
            <a:t>TXT-0270</a:t>
          </a:r>
          <a:r>
            <a:rPr lang="en-GB" sz="1600" b="0" i="0" kern="1200" noProof="0"/>
            <a:t>TXT-0271</a:t>
          </a:r>
          <a:endParaRPr lang="en-GB" sz="1600" kern="1200" noProof="0"/>
        </a:p>
      </dsp:txBody>
      <dsp:txXfrm>
        <a:off x="1527372" y="3686327"/>
        <a:ext cx="4088871" cy="756926"/>
      </dsp:txXfrm>
    </dsp:sp>
    <dsp:sp modelId="{3F9A9292-98EC-47D4-BCB7-B79F94191E5D}">
      <dsp:nvSpPr>
        <dsp:cNvPr id="0" name=""/>
        <dsp:cNvSpPr/>
      </dsp:nvSpPr>
      <dsp:spPr>
        <a:xfrm>
          <a:off x="4511925" y="587384"/>
          <a:ext cx="522615" cy="52261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noProof="0"/>
        </a:p>
      </dsp:txBody>
      <dsp:txXfrm>
        <a:off x="4629513" y="587384"/>
        <a:ext cx="287439" cy="393268"/>
      </dsp:txXfrm>
    </dsp:sp>
    <dsp:sp modelId="{9C6B18D9-BABB-4EB1-A95E-61651D381EA1}">
      <dsp:nvSpPr>
        <dsp:cNvPr id="0" name=""/>
        <dsp:cNvSpPr/>
      </dsp:nvSpPr>
      <dsp:spPr>
        <a:xfrm>
          <a:off x="4887881" y="1503079"/>
          <a:ext cx="522615" cy="52261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noProof="0"/>
        </a:p>
      </dsp:txBody>
      <dsp:txXfrm>
        <a:off x="5005469" y="1503079"/>
        <a:ext cx="287439" cy="393268"/>
      </dsp:txXfrm>
    </dsp:sp>
    <dsp:sp modelId="{CA40D3AA-D18F-4250-8E10-3911E6E6AB89}">
      <dsp:nvSpPr>
        <dsp:cNvPr id="0" name=""/>
        <dsp:cNvSpPr/>
      </dsp:nvSpPr>
      <dsp:spPr>
        <a:xfrm>
          <a:off x="5263837" y="2405373"/>
          <a:ext cx="522615" cy="52261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noProof="0"/>
        </a:p>
      </dsp:txBody>
      <dsp:txXfrm>
        <a:off x="5381425" y="2405373"/>
        <a:ext cx="287439" cy="393268"/>
      </dsp:txXfrm>
    </dsp:sp>
    <dsp:sp modelId="{356E2A6F-C706-4C41-957B-115F709CC583}">
      <dsp:nvSpPr>
        <dsp:cNvPr id="0" name=""/>
        <dsp:cNvSpPr/>
      </dsp:nvSpPr>
      <dsp:spPr>
        <a:xfrm>
          <a:off x="5639793" y="3330001"/>
          <a:ext cx="522615" cy="52261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noProof="0"/>
        </a:p>
      </dsp:txBody>
      <dsp:txXfrm>
        <a:off x="5757381" y="3330001"/>
        <a:ext cx="287439" cy="3932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7F1DA-FFCE-4964-8AB8-6FF9D52D4BEC}">
      <dsp:nvSpPr>
        <dsp:cNvPr id="0" name=""/>
        <dsp:cNvSpPr/>
      </dsp:nvSpPr>
      <dsp:spPr>
        <a:xfrm>
          <a:off x="0" y="3782699"/>
          <a:ext cx="4591010" cy="12415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noProof="0"/>
            <a:t>TXT-0242</a:t>
          </a:r>
          <a:r>
            <a:rPr lang="en-GB" sz="1800" kern="1200" noProof="0"/>
            <a:t>TXT-0243</a:t>
          </a:r>
        </a:p>
      </dsp:txBody>
      <dsp:txXfrm>
        <a:off x="0" y="3782699"/>
        <a:ext cx="4591010" cy="1241566"/>
      </dsp:txXfrm>
    </dsp:sp>
    <dsp:sp modelId="{35DD58E1-9195-4E2A-9252-940D1DDB4926}">
      <dsp:nvSpPr>
        <dsp:cNvPr id="0" name=""/>
        <dsp:cNvSpPr/>
      </dsp:nvSpPr>
      <dsp:spPr>
        <a:xfrm rot="10800000">
          <a:off x="0" y="1891793"/>
          <a:ext cx="4591010" cy="19095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/>
            <a:t>TXT-0244</a:t>
          </a:r>
        </a:p>
      </dsp:txBody>
      <dsp:txXfrm rot="-10800000">
        <a:off x="0" y="1891793"/>
        <a:ext cx="4591010" cy="670244"/>
      </dsp:txXfrm>
    </dsp:sp>
    <dsp:sp modelId="{3EB503C8-0EA3-4070-84F8-0B33811E1E8F}">
      <dsp:nvSpPr>
        <dsp:cNvPr id="0" name=""/>
        <dsp:cNvSpPr/>
      </dsp:nvSpPr>
      <dsp:spPr>
        <a:xfrm>
          <a:off x="0" y="2562038"/>
          <a:ext cx="2295505" cy="5709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noProof="0"/>
            <a:t>TXT-0245</a:t>
          </a:r>
          <a:r>
            <a:rPr lang="en-GB" sz="1000" b="0" kern="1200" noProof="0"/>
            <a:t>TXT-0246</a:t>
          </a:r>
          <a:r>
            <a:rPr lang="en-GB" sz="1000" kern="1200" noProof="0"/>
            <a:t>TXT-0247</a:t>
          </a:r>
        </a:p>
      </dsp:txBody>
      <dsp:txXfrm>
        <a:off x="0" y="2562038"/>
        <a:ext cx="2295505" cy="570949"/>
      </dsp:txXfrm>
    </dsp:sp>
    <dsp:sp modelId="{191D87A7-06B9-46BD-B869-9BB0A14A0906}">
      <dsp:nvSpPr>
        <dsp:cNvPr id="0" name=""/>
        <dsp:cNvSpPr/>
      </dsp:nvSpPr>
      <dsp:spPr>
        <a:xfrm>
          <a:off x="2295505" y="2562038"/>
          <a:ext cx="2295505" cy="5709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noProof="0"/>
            <a:t>TXT-0248</a:t>
          </a:r>
          <a:r>
            <a:rPr lang="en-GB" sz="1000" kern="1200" noProof="0"/>
            <a:t>TXT-0249</a:t>
          </a:r>
        </a:p>
      </dsp:txBody>
      <dsp:txXfrm>
        <a:off x="2295505" y="2562038"/>
        <a:ext cx="2295505" cy="570949"/>
      </dsp:txXfrm>
    </dsp:sp>
    <dsp:sp modelId="{D3965230-0D1A-4CA1-8A71-507EFC6CB759}">
      <dsp:nvSpPr>
        <dsp:cNvPr id="0" name=""/>
        <dsp:cNvSpPr/>
      </dsp:nvSpPr>
      <dsp:spPr>
        <a:xfrm rot="10800000">
          <a:off x="0" y="0"/>
          <a:ext cx="4591010" cy="19095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/>
            <a:t>TXT-0250</a:t>
          </a:r>
        </a:p>
      </dsp:txBody>
      <dsp:txXfrm rot="-10800000">
        <a:off x="0" y="0"/>
        <a:ext cx="4591010" cy="670244"/>
      </dsp:txXfrm>
    </dsp:sp>
    <dsp:sp modelId="{EF52FF29-EB38-4E0A-AEF0-FF963935B054}">
      <dsp:nvSpPr>
        <dsp:cNvPr id="0" name=""/>
        <dsp:cNvSpPr/>
      </dsp:nvSpPr>
      <dsp:spPr>
        <a:xfrm>
          <a:off x="0" y="671132"/>
          <a:ext cx="2295505" cy="5709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noProof="0"/>
            <a:t>TXT-0251</a:t>
          </a:r>
          <a:r>
            <a:rPr lang="en-GB" sz="1000" b="0" kern="1200" noProof="0"/>
            <a:t>TXT-0252</a:t>
          </a:r>
          <a:r>
            <a:rPr lang="en-GB" sz="1000" kern="1200" noProof="0"/>
            <a:t>TXT-0253</a:t>
          </a:r>
        </a:p>
      </dsp:txBody>
      <dsp:txXfrm>
        <a:off x="0" y="671132"/>
        <a:ext cx="2295505" cy="570949"/>
      </dsp:txXfrm>
    </dsp:sp>
    <dsp:sp modelId="{521941AC-5663-4338-96CD-3C65AB2B6FE6}">
      <dsp:nvSpPr>
        <dsp:cNvPr id="0" name=""/>
        <dsp:cNvSpPr/>
      </dsp:nvSpPr>
      <dsp:spPr>
        <a:xfrm>
          <a:off x="2295505" y="671132"/>
          <a:ext cx="2295505" cy="5709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noProof="0"/>
            <a:t>TXT-0254</a:t>
          </a:r>
          <a:r>
            <a:rPr lang="en-GB" sz="1000" b="0" kern="1200" noProof="0"/>
            <a:t>TXT-0255</a:t>
          </a:r>
          <a:r>
            <a:rPr lang="en-GB" sz="1000" kern="1200" noProof="0"/>
            <a:t>TXT-0256</a:t>
          </a:r>
        </a:p>
      </dsp:txBody>
      <dsp:txXfrm>
        <a:off x="2295505" y="671132"/>
        <a:ext cx="2295505" cy="5709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C2007-9E21-4E6F-81C2-F9DE7C30093D}" type="datetimeFigureOut">
              <a:rPr lang="en-IN" smtClean="0"/>
              <a:t>FLD-0299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TXT-0293</a:t>
            </a:r>
          </a:p>
          <a:p>
            <a:pPr lvl="1"/>
            <a:r>
              <a:rPr lang="en-US"/>
              <a:t>TXT-0294</a:t>
            </a:r>
          </a:p>
          <a:p>
            <a:pPr lvl="2"/>
            <a:r>
              <a:rPr lang="en-US"/>
              <a:t>TXT-0295</a:t>
            </a:r>
          </a:p>
          <a:p>
            <a:pPr lvl="3"/>
            <a:r>
              <a:rPr lang="en-US"/>
              <a:t>TXT-0296</a:t>
            </a:r>
          </a:p>
          <a:p>
            <a:pPr lvl="4"/>
            <a:r>
              <a:rPr lang="en-US"/>
              <a:t>TXT-0297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6D8E2-67C7-42F1-B1A2-BE9B928C2442}" type="slidenum">
              <a:rPr lang="en-IN" smtClean="0"/>
              <a:t>FLD-0300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34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TXT-0053</a:t>
            </a:r>
            <a:b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TXT-0054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TXT-0055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TXT-0056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TXT-0057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FLD-0060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132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TXT-0061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TXT-0062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TXT-0063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TXT-0064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TXT-0065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TXT-0066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TXT-0067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TXT-0068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TXT-0069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FLD-0071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98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TXT-0120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TXT-0121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TXT-0122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TXT-0123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TXT-0124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TXT-0125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TXT-0126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TXT-0127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TXT-0128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TXT-0129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TXT-0130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TXT-0131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TXT-0132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TXT-0133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FLD-0136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93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TXT-0143</a:t>
            </a:r>
            <a:br>
              <a:rPr lang="en-GB" sz="1200" b="0" i="0" kern="1200">
                <a:effectLst/>
                <a:cs typeface="+mn-lt"/>
              </a:rPr>
            </a:br>
            <a:r>
              <a:rPr lang="en-GB"/>
              <a:t>TXT-0144</a:t>
            </a:r>
            <a:r>
              <a:rPr lang="en-GB" err="1"/>
              <a:t>TXT-0145</a:t>
            </a:r>
            <a:r>
              <a:rPr lang="en-GB"/>
              <a:t>TXT-0146</a:t>
            </a:r>
            <a:r>
              <a:rPr lang="en-GB" err="1"/>
              <a:t>TXT-0147</a:t>
            </a:r>
            <a:r>
              <a:rPr lang="en-GB"/>
              <a:t>TXT-0148</a:t>
            </a:r>
          </a:p>
          <a:p>
            <a:endParaRPr lang="en-GB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FLD-0150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78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TXT-0151</a:t>
            </a:r>
            <a:br>
              <a:rPr lang="en-GB" sz="1200" b="0" i="0" kern="1200">
                <a:effectLst/>
                <a:cs typeface="+mn-lt"/>
              </a:rPr>
            </a:br>
            <a:r>
              <a:rPr lang="en-GB"/>
              <a:t>TXT-0152</a:t>
            </a:r>
          </a:p>
          <a:p>
            <a:r>
              <a:rPr lang="en-GB"/>
              <a:t>TXT-0153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FLD-0155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92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TXT-0156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TXT-0157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TXT-0158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TXT-0159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TXT-0160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TXT-0161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TXT-0162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TXT-0163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TXT-0164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TXT-0165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TXT-0166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FLD-0169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957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TXT-0170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TXT-0171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TXT-0172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TXT-0173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TXT-0174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TXT-0175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FLD-0178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936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TXT-0189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TXT-0190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TXT-0191</a:t>
            </a:r>
            <a:r>
              <a:rPr lang="en-GB" sz="1200" cap="none" spc="0">
                <a:solidFill>
                  <a:schemeClr val="tx1"/>
                </a:solidFill>
              </a:rPr>
              <a:t>TXT-0192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TXT-0193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FLD-0195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920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TXT-0196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TXT-0197</a:t>
            </a:r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TXT-0198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TXT-0199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TXT-0200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TXT-0201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TXT-0202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TXT-0203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TXT-0204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TXT-0205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TXT-0206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TXT-0207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TXT-0208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TXT-0209</a:t>
            </a:r>
          </a:p>
          <a:p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FLD-0211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391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TXT-0214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TXT-0215</a:t>
            </a:r>
            <a:br>
              <a:rPr lang="en-GB" sz="1200" b="0" i="0" kern="1200">
                <a:effectLst/>
                <a:cs typeface="+mn-lt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TXT-0216</a:t>
            </a:r>
            <a:r>
              <a:rPr lang="en-GB"/>
              <a:t>TXT-0217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TXT-0218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TXT-0219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TXT-0220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TXT-0221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TXT-0222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TXT-0223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TXT-0224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TXT-0225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TXT-0226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FLD-0228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25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TXT-0229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TXT-0230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TXT-0231</a:t>
            </a:r>
          </a:p>
          <a:p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TXT-0232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TXT-0233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TXT-0234</a:t>
            </a: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TXT-0235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FLD-0237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591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6D8E2-67C7-42F1-B1A2-BE9B928C2442}" type="slidenum">
              <a:rPr lang="en-IN" smtClean="0"/>
              <a:t>FLD-0213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351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ED19-419B-9729-24A7-F2CC3C80C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TXT-0137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0967D-2BED-2934-A1D0-CC6FCC1A4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TXT-0138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24E13-25B5-5A63-95E5-D61BDAD9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FLD-0141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159D-E3C3-BE3D-12F8-623E08BC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2A0FE-1F01-D4F0-9FC5-16FCDFCD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FLD-0142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9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9A534-5026-E9D4-D087-19B3842A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TXT-0110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AB08D-1508-6485-CD0F-F3283495D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TXT-0111</a:t>
            </a:r>
          </a:p>
          <a:p>
            <a:pPr lvl="1"/>
            <a:r>
              <a:rPr lang="en-US"/>
              <a:t>TXT-0112</a:t>
            </a:r>
          </a:p>
          <a:p>
            <a:pPr lvl="2"/>
            <a:r>
              <a:rPr lang="en-US"/>
              <a:t>TXT-0113</a:t>
            </a:r>
          </a:p>
          <a:p>
            <a:pPr lvl="3"/>
            <a:r>
              <a:rPr lang="en-US"/>
              <a:t>TXT-0114</a:t>
            </a:r>
          </a:p>
          <a:p>
            <a:pPr lvl="4"/>
            <a:r>
              <a:rPr lang="en-US"/>
              <a:t>TXT-0115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8D5BD-1ED6-1269-6147-39A62CB0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FLD-0118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19A4-5491-6AEE-900C-9C51FC68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F365E-7684-D951-045F-A37B1AA8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FLD-0119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80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40AC-3EA8-0C19-AC5D-9A86ECE7F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TXT-0104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1ED47-B155-040B-A38D-97141136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TXT-0105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3B614-E928-492E-9019-251BA484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FLD-0108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183CE-F086-E1B3-94AA-B542B65B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67C7-313D-181B-E63D-83AECA77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FLD-0109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80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4A91-2368-4A57-6871-A9E1D230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TXT-0089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7B509-F348-2F14-0B0A-A65F9B3BA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TXT-0090</a:t>
            </a:r>
          </a:p>
          <a:p>
            <a:pPr lvl="1"/>
            <a:r>
              <a:rPr lang="en-US"/>
              <a:t>TXT-0091</a:t>
            </a:r>
          </a:p>
          <a:p>
            <a:pPr lvl="2"/>
            <a:r>
              <a:rPr lang="en-US"/>
              <a:t>TXT-0092</a:t>
            </a:r>
          </a:p>
          <a:p>
            <a:pPr lvl="3"/>
            <a:r>
              <a:rPr lang="en-US"/>
              <a:t>TXT-0093</a:t>
            </a:r>
          </a:p>
          <a:p>
            <a:pPr lvl="4"/>
            <a:r>
              <a:rPr lang="en-US"/>
              <a:t>TXT-0094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FF291-2005-8A95-A14E-6C426AB78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TXT-0095</a:t>
            </a:r>
          </a:p>
          <a:p>
            <a:pPr lvl="1"/>
            <a:r>
              <a:rPr lang="en-US"/>
              <a:t>TXT-0096</a:t>
            </a:r>
          </a:p>
          <a:p>
            <a:pPr lvl="2"/>
            <a:r>
              <a:rPr lang="en-US"/>
              <a:t>TXT-0097</a:t>
            </a:r>
          </a:p>
          <a:p>
            <a:pPr lvl="3"/>
            <a:r>
              <a:rPr lang="en-US"/>
              <a:t>TXT-0098</a:t>
            </a:r>
          </a:p>
          <a:p>
            <a:pPr lvl="4"/>
            <a:r>
              <a:rPr lang="en-US"/>
              <a:t>TXT-0099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370F-6101-6EC1-E742-6E441539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FLD-0102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0E42D-8FB5-F416-BD69-8A31423C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8A452-2372-6976-AD9D-CF33091F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09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5783-3BFD-D01B-48C3-E7E7CD901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TXT-0072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B23A9-E516-3EB0-C20D-20685CC5D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TXT-0073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40BFB-3FD3-FC0F-DCB2-C0A879865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TXT-0074</a:t>
            </a:r>
          </a:p>
          <a:p>
            <a:pPr lvl="1"/>
            <a:r>
              <a:rPr lang="en-US"/>
              <a:t>TXT-0075</a:t>
            </a:r>
          </a:p>
          <a:p>
            <a:pPr lvl="2"/>
            <a:r>
              <a:rPr lang="en-US"/>
              <a:t>TXT-0076</a:t>
            </a:r>
          </a:p>
          <a:p>
            <a:pPr lvl="3"/>
            <a:r>
              <a:rPr lang="en-US"/>
              <a:t>TXT-0077</a:t>
            </a:r>
          </a:p>
          <a:p>
            <a:pPr lvl="4"/>
            <a:r>
              <a:rPr lang="en-US"/>
              <a:t>TXT-0078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658DD-F5F5-76B8-2081-B35E92CED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TXT-0079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F90AE-D6FB-C61C-DF25-1EC27A8CD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TXT-0080</a:t>
            </a:r>
          </a:p>
          <a:p>
            <a:pPr lvl="1"/>
            <a:r>
              <a:rPr lang="en-US"/>
              <a:t>TXT-0081</a:t>
            </a:r>
          </a:p>
          <a:p>
            <a:pPr lvl="2"/>
            <a:r>
              <a:rPr lang="en-US"/>
              <a:t>TXT-0082</a:t>
            </a:r>
          </a:p>
          <a:p>
            <a:pPr lvl="3"/>
            <a:r>
              <a:rPr lang="en-US"/>
              <a:t>TXT-0083</a:t>
            </a:r>
          </a:p>
          <a:p>
            <a:pPr lvl="4"/>
            <a:r>
              <a:rPr lang="en-US"/>
              <a:t>TXT-0084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2D87A-0DD3-8B83-C17E-CC3B454B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FLD-0087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15C81-F299-C2BC-3A6F-56B3CFF8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E3732-059C-F25F-EA5C-D534CE71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1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FF8F-2BBA-6CFF-07DC-30C85FB5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TXT-0001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324BE-7773-7593-D79F-6F95ACCC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FLD-0004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FFFDB0-C57F-35A7-8DE7-32F7C367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08AE4-1F7B-DB24-B89A-65CD50F0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40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D3A04-3377-57F2-7A17-20358FC1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FLD-0240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C9D79-39AA-C275-221E-826640B4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21693-F730-241B-6ADF-821B9A5C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FLD-0241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41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936B-BDD6-5135-575D-1D437748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TXT-0006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C78C-EF42-8FD7-D746-C3020A68F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TXT-0007</a:t>
            </a:r>
          </a:p>
          <a:p>
            <a:pPr lvl="1"/>
            <a:r>
              <a:rPr lang="en-US"/>
              <a:t>TXT-0008</a:t>
            </a:r>
          </a:p>
          <a:p>
            <a:pPr lvl="2"/>
            <a:r>
              <a:rPr lang="en-US"/>
              <a:t>TXT-0009</a:t>
            </a:r>
          </a:p>
          <a:p>
            <a:pPr lvl="3"/>
            <a:r>
              <a:rPr lang="en-US"/>
              <a:t>TXT-0010</a:t>
            </a:r>
          </a:p>
          <a:p>
            <a:pPr lvl="4"/>
            <a:r>
              <a:rPr lang="en-US"/>
              <a:t>TXT-0011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6F2EA-4199-E482-11AA-216FE860D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TXT-0012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6D8B1-3805-A0D1-ADEB-4A7A4877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FLD-0015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67B02-ED14-1CEF-DA6B-F803C266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861B5-247C-C43F-B665-4A7680EC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05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7490-9D06-E02C-C952-CB714BE0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TXT-0017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E69CC-CCC7-3198-0836-B95EC12D0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84723-66C3-250D-8570-D00889087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TXT-0018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A5022-52D5-8B28-A174-925E13AD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89C66-65AA-7B96-4FE8-273F337A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DF03B-5B8C-FC43-FBD9-C0DF02B1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6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D89B-5FED-EA31-2D7F-31234F90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TXT-0023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F358D-1A24-8968-4208-5A5FF2C81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TXT-0024</a:t>
            </a:r>
          </a:p>
          <a:p>
            <a:pPr lvl="1"/>
            <a:r>
              <a:rPr lang="en-US"/>
              <a:t>TXT-0025</a:t>
            </a:r>
          </a:p>
          <a:p>
            <a:pPr lvl="2"/>
            <a:r>
              <a:rPr lang="en-US"/>
              <a:t>TXT-0026</a:t>
            </a:r>
          </a:p>
          <a:p>
            <a:pPr lvl="3"/>
            <a:r>
              <a:rPr lang="en-US"/>
              <a:t>TXT-0027</a:t>
            </a:r>
          </a:p>
          <a:p>
            <a:pPr lvl="4"/>
            <a:r>
              <a:rPr lang="en-US"/>
              <a:t>TXT-0028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7F5B7-0CB3-4317-AA6D-D92C86D82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FLD-0031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F736C-8359-9A2C-6D46-2E153775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2D00B-8B8D-8B90-89AD-4593F85D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5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C39B5-73D4-B24D-39FE-E058AC1EB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TXT-0033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A8364-3A1A-8691-96C7-AB8800005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TXT-0034</a:t>
            </a:r>
          </a:p>
          <a:p>
            <a:pPr lvl="1"/>
            <a:r>
              <a:rPr lang="en-US"/>
              <a:t>TXT-0035</a:t>
            </a:r>
          </a:p>
          <a:p>
            <a:pPr lvl="2"/>
            <a:r>
              <a:rPr lang="en-US"/>
              <a:t>TXT-0036</a:t>
            </a:r>
          </a:p>
          <a:p>
            <a:pPr lvl="3"/>
            <a:r>
              <a:rPr lang="en-US"/>
              <a:t>TXT-0037</a:t>
            </a:r>
          </a:p>
          <a:p>
            <a:pPr lvl="4"/>
            <a:r>
              <a:rPr lang="en-US"/>
              <a:t>TXT-0038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ED586-B6A5-6F7C-4BCE-52B10111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FLD-0041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EC65B-2314-97C9-D07E-F89C9C54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FB7E3-DE8A-98BC-F551-B170CD29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734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A5AA-6B2C-3E06-1001-9E4666038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TXT-0043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289A1-66FF-417E-0716-7A92163C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TXT-0044</a:t>
            </a:r>
          </a:p>
          <a:p>
            <a:pPr lvl="1"/>
            <a:r>
              <a:rPr lang="en-US"/>
              <a:t>TXT-0045</a:t>
            </a:r>
          </a:p>
          <a:p>
            <a:pPr lvl="2"/>
            <a:r>
              <a:rPr lang="en-US"/>
              <a:t>TXT-0046</a:t>
            </a:r>
          </a:p>
          <a:p>
            <a:pPr lvl="3"/>
            <a:r>
              <a:rPr lang="en-US"/>
              <a:t>TXT-0047</a:t>
            </a:r>
          </a:p>
          <a:p>
            <a:pPr lvl="4"/>
            <a:r>
              <a:rPr lang="en-US"/>
              <a:t>TXT-0048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97009-8F59-8617-2494-0E109DA9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D80E-E861-42A7-AEF6-2ED26C307CC9}" type="datetimeFigureOut">
              <a:rPr lang="en-IN" smtClean="0"/>
              <a:t>FLD-0051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C220C-2B22-0833-7541-55855927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2C67-4D69-5E63-0C8A-834B23184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721E-79CF-45BF-A649-B3718D06C73A}" type="slidenum">
              <a:rPr lang="en-IN" smtClean="0"/>
              <a:t>FLD-0052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62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354999-A5AD-81E2-46EE-EACF49EC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TXT-0179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35D04-ABDE-A3D6-7163-C4C77DB49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TXT-0180</a:t>
            </a:r>
          </a:p>
          <a:p>
            <a:pPr lvl="1"/>
            <a:r>
              <a:rPr lang="en-US"/>
              <a:t>TXT-0181</a:t>
            </a:r>
          </a:p>
          <a:p>
            <a:pPr lvl="2"/>
            <a:r>
              <a:rPr lang="en-US"/>
              <a:t>TXT-0182</a:t>
            </a:r>
          </a:p>
          <a:p>
            <a:pPr lvl="3"/>
            <a:r>
              <a:rPr lang="en-US"/>
              <a:t>TXT-0183</a:t>
            </a:r>
          </a:p>
          <a:p>
            <a:pPr lvl="4"/>
            <a:r>
              <a:rPr lang="en-US"/>
              <a:t>TXT-0184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36BB4-E0A8-9ED4-BD37-9E1ABCEB0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4D80E-E861-42A7-AEF6-2ED26C307CC9}" type="datetimeFigureOut">
              <a:rPr lang="en-IN" smtClean="0"/>
              <a:t>FLD-0187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D5ABA-45BA-3FFE-3F7B-B973517D2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CA683-1F17-2DF3-42EB-3E3F98D1F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3F721E-79CF-45BF-A649-B3718D06C73A}" type="slidenum">
              <a:rPr lang="en-IN" smtClean="0"/>
              <a:t>FLD-0188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67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0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5" name="Picture 4" descr="A round device next to a round object&#10;&#10;AI-generated content may be incorrect.">
            <a:extLst>
              <a:ext uri="{FF2B5EF4-FFF2-40B4-BE49-F238E27FC236}">
                <a16:creationId xmlns:a16="http://schemas.microsoft.com/office/drawing/2014/main" id="{C9F7BFC8-6E34-726B-6888-B43C17959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27" r="9089" b="695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2EF3D-4A44-85E1-5460-97360DC4D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032822"/>
            <a:ext cx="4023360" cy="2586386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GB" sz="4400" b="1" noProof="0">
                <a:solidFill>
                  <a:schemeClr val="bg1"/>
                </a:solidFill>
              </a:rPr>
              <a:t>OpenBridge</a:t>
            </a:r>
            <a:r>
              <a:rPr lang="en-GB" sz="4400" b="1">
                <a:solidFill>
                  <a:schemeClr val="bg1"/>
                </a:solidFill>
              </a:rPr>
              <a:t>:</a:t>
            </a:r>
            <a:r>
              <a:rPr lang="en-GB" sz="4400" noProof="0">
                <a:solidFill>
                  <a:schemeClr val="bg1"/>
                </a:solidFill>
              </a:rPr>
              <a:t> </a:t>
            </a:r>
            <a:br>
              <a:rPr lang="en-GB" sz="4400" noProof="0">
                <a:solidFill>
                  <a:schemeClr val="bg1"/>
                </a:solidFill>
              </a:rPr>
            </a:br>
            <a:r>
              <a:rPr lang="en-GB" sz="4400" noProof="0">
                <a:solidFill>
                  <a:schemeClr val="bg1"/>
                </a:solidFill>
              </a:rPr>
              <a:t>A Connected Support Network for the Care Journey</a:t>
            </a:r>
            <a:br>
              <a:rPr lang="en-GB" sz="4400" noProof="0">
                <a:solidFill>
                  <a:schemeClr val="bg1"/>
                </a:solidFill>
              </a:rPr>
            </a:br>
            <a:endParaRPr lang="en-GB" sz="4400" noProof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04C5E-7858-B51A-3C5A-8EE7D6907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3880042"/>
            <a:ext cx="3980688" cy="235227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GB" sz="2000" noProof="0">
                <a:solidFill>
                  <a:schemeClr val="bg1"/>
                </a:solidFill>
              </a:rPr>
              <a:t>Team:</a:t>
            </a:r>
          </a:p>
          <a:p>
            <a:pPr marL="342900" indent="-342900" algn="l">
              <a:buFontTx/>
              <a:buChar char="-"/>
            </a:pPr>
            <a:r>
              <a:rPr lang="en-GB" sz="2000" noProof="0">
                <a:solidFill>
                  <a:schemeClr val="bg1"/>
                </a:solidFill>
              </a:rPr>
              <a:t>Alex Morgan</a:t>
            </a:r>
          </a:p>
          <a:p>
            <a:pPr marL="342900" indent="-342900" algn="l">
              <a:buFontTx/>
              <a:buChar char="-"/>
            </a:pPr>
            <a:r>
              <a:rPr lang="en-GB" sz="2000" noProof="0">
                <a:solidFill>
                  <a:schemeClr val="bg1"/>
                </a:solidFill>
              </a:rPr>
              <a:t>Priya </a:t>
            </a:r>
            <a:r>
              <a:rPr lang="en-GB" sz="2000" noProof="0" err="1">
                <a:solidFill>
                  <a:schemeClr val="bg1"/>
                </a:solidFill>
              </a:rPr>
              <a:t>Nair</a:t>
            </a:r>
            <a:endParaRPr lang="en-GB" sz="2000" noProof="0">
              <a:solidFill>
                <a:schemeClr val="bg1"/>
              </a:solidFill>
            </a:endParaRPr>
          </a:p>
          <a:p>
            <a:pPr marL="342900" indent="-342900" algn="l">
              <a:buFontTx/>
              <a:buChar char="-"/>
            </a:pPr>
            <a:r>
              <a:rPr lang="en-GB" sz="2000" noProof="0">
                <a:solidFill>
                  <a:schemeClr val="bg1"/>
                </a:solidFill>
              </a:rPr>
              <a:t>Jordan Lee </a:t>
            </a:r>
          </a:p>
          <a:p>
            <a:pPr marL="342900" indent="-342900" algn="l">
              <a:buFontTx/>
              <a:buChar char="-"/>
            </a:pPr>
            <a:r>
              <a:rPr lang="en-GB" sz="2000" noProof="0" err="1">
                <a:solidFill>
                  <a:schemeClr val="bg1"/>
                </a:solidFill>
              </a:rPr>
              <a:t>Mateo</a:t>
            </a:r>
            <a:r>
              <a:rPr lang="en-GB" sz="2000" noProof="0">
                <a:solidFill>
                  <a:schemeClr val="bg1"/>
                </a:solidFill>
              </a:rPr>
              <a:t> </a:t>
            </a:r>
            <a:r>
              <a:rPr lang="en-GB" sz="2000" noProof="0" err="1">
                <a:solidFill>
                  <a:schemeClr val="bg1"/>
                </a:solidFill>
              </a:rPr>
              <a:t>Chen</a:t>
            </a:r>
            <a:r>
              <a:rPr lang="en-GB" sz="2000" noProof="0">
                <a:solidFill>
                  <a:schemeClr val="bg1"/>
                </a:solidFill>
              </a:rPr>
              <a:t> Rivera</a:t>
            </a:r>
          </a:p>
          <a:p>
            <a:pPr marL="342900" indent="-342900" algn="l">
              <a:buFontTx/>
              <a:buChar char="-"/>
            </a:pPr>
            <a:r>
              <a:rPr lang="en-GB" sz="2000" noProof="0" err="1">
                <a:solidFill>
                  <a:schemeClr val="bg1"/>
                </a:solidFill>
              </a:rPr>
              <a:t>Brooks</a:t>
            </a:r>
            <a:r>
              <a:rPr lang="en-GB" sz="2000" noProof="0">
                <a:solidFill>
                  <a:schemeClr val="bg1"/>
                </a:solidFill>
              </a:rPr>
              <a:t> Quinn </a:t>
            </a:r>
            <a:r>
              <a:rPr lang="en-GB" sz="2000" noProof="0" err="1">
                <a:solidFill>
                  <a:schemeClr val="bg1"/>
                </a:solidFill>
              </a:rPr>
              <a:t>Rivera</a:t>
            </a:r>
            <a:r>
              <a:rPr lang="en-GB" sz="2000" noProof="0">
                <a:solidFill>
                  <a:schemeClr val="bg1"/>
                </a:solidFill>
              </a:rPr>
              <a:t> Malik</a:t>
            </a:r>
          </a:p>
          <a:p>
            <a:pPr marL="342900" indent="-342900" algn="l">
              <a:buFontTx/>
              <a:buChar char="-"/>
            </a:pPr>
            <a:endParaRPr lang="en-GB" sz="2000" noProof="0">
              <a:solidFill>
                <a:schemeClr val="bg1"/>
              </a:solidFill>
            </a:endParaRPr>
          </a:p>
          <a:p>
            <a:pPr marL="342900" indent="-342900" algn="l">
              <a:buFontTx/>
              <a:buChar char="-"/>
            </a:pPr>
            <a:endParaRPr lang="en-GB" sz="2000" noProof="0">
              <a:solidFill>
                <a:schemeClr val="bg1"/>
              </a:solidFill>
            </a:endParaRPr>
          </a:p>
          <a:p>
            <a:pPr marL="342900" indent="-342900" algn="l">
              <a:buFontTx/>
              <a:buChar char="-"/>
            </a:pPr>
            <a:endParaRPr lang="en-GB" sz="2000" noProof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12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63B59-31CB-E92C-2E2F-E2B10EB53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74" y="685800"/>
            <a:ext cx="4623051" cy="147466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2800" b="1" kern="1200" noProof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The Challenge:</a:t>
            </a:r>
            <a:br>
              <a:rPr lang="en-GB" sz="2800" b="1" kern="1200" noProof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GB" sz="2800" kern="1200" noProof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The Care Continuity Gap</a:t>
            </a:r>
            <a:br>
              <a:rPr lang="en-GB" sz="2800" kern="1200" noProof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GB" sz="2800" kern="1200" noProof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– A Coordination Breakdown</a:t>
            </a:r>
          </a:p>
        </p:txBody>
      </p:sp>
      <p:pic>
        <p:nvPicPr>
          <p:cNvPr id="20" name="Picture 19" descr="A person holding a baby on a bridge&#10;&#10;AI-generated content may be incorrect.">
            <a:extLst>
              <a:ext uri="{FF2B5EF4-FFF2-40B4-BE49-F238E27FC236}">
                <a16:creationId xmlns:a16="http://schemas.microsoft.com/office/drawing/2014/main" id="{6428CDAF-8F29-A5F7-2E4A-BD4EDF07C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781801" y="1053257"/>
            <a:ext cx="4797056" cy="4797056"/>
          </a:xfrm>
          <a:prstGeom prst="rect">
            <a:avLst/>
          </a:prstGeom>
        </p:spPr>
      </p:pic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E0A98A37-FD41-0D4C-444E-CDBBB9977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8096833"/>
              </p:ext>
            </p:extLst>
          </p:nvPr>
        </p:nvGraphicFramePr>
        <p:xfrm>
          <a:off x="736475" y="2401766"/>
          <a:ext cx="4623050" cy="3770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82140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GB" noProof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F1DD65-BBAC-BC56-EE70-77E14E69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71" y="271082"/>
            <a:ext cx="3828639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2800" b="1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Our Approach:</a:t>
            </a:r>
            <a:br>
              <a:rPr lang="en-GB" sz="2800" b="1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GB" sz="2800" kern="1200" noProof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OpenBridge Network</a:t>
            </a:r>
            <a:r>
              <a:rPr lang="en-GB" sz="2800" noProof="0">
                <a:solidFill>
                  <a:srgbClr val="FFFFFF"/>
                </a:solidFill>
              </a:rPr>
              <a:t>™</a:t>
            </a:r>
            <a:endParaRPr lang="en-GB" sz="2800" kern="1200" noProof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5F65F-7429-2A3C-4586-886E6731C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7972" y="2063357"/>
            <a:ext cx="3871127" cy="422415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600" noProof="0">
                <a:solidFill>
                  <a:srgbClr val="FFFFFF"/>
                </a:solidFill>
              </a:rPr>
              <a:t>A connected system for ongoing care:</a:t>
            </a:r>
          </a:p>
          <a:p>
            <a:pPr>
              <a:lnSpc>
                <a:spcPct val="110000"/>
              </a:lnSpc>
            </a:pPr>
            <a:r>
              <a:rPr lang="en-GB" sz="1600" b="1" noProof="0">
                <a:solidFill>
                  <a:srgbClr val="FFFFFF"/>
                </a:solidFill>
              </a:rPr>
              <a:t>Companion App:</a:t>
            </a:r>
            <a:r>
              <a:rPr lang="en-GB" sz="1600" noProof="0">
                <a:solidFill>
                  <a:srgbClr val="FFFFFF"/>
                </a:solidFill>
              </a:rPr>
              <a:t>A conversational guide offering daily check-ins, practical prompts, and reflective support.</a:t>
            </a:r>
          </a:p>
          <a:p>
            <a:pPr>
              <a:lnSpc>
                <a:spcPct val="110000"/>
              </a:lnSpc>
            </a:pPr>
            <a:r>
              <a:rPr lang="en-GB" sz="1600" b="1" noProof="0">
                <a:solidFill>
                  <a:srgbClr val="FFFFFF"/>
                </a:solidFill>
              </a:rPr>
              <a:t>Signal Pebble:</a:t>
            </a:r>
            <a:r>
              <a:rPr lang="en-GB" sz="1600" noProof="0">
                <a:solidFill>
                  <a:srgbClr val="FFFFFF"/>
                </a:solidFill>
              </a:rPr>
              <a:t>A low-friction handheld input for capturing non-verbal wellbeing signals.</a:t>
            </a:r>
          </a:p>
          <a:p>
            <a:pPr>
              <a:lnSpc>
                <a:spcPct val="110000"/>
              </a:lnSpc>
            </a:pPr>
            <a:r>
              <a:rPr lang="en-GB" sz="1600" b="1" noProof="0">
                <a:solidFill>
                  <a:srgbClr val="FFFFFF"/>
                </a:solidFill>
              </a:rPr>
              <a:t>Care Summary Agent:</a:t>
            </a:r>
            <a:r>
              <a:rPr lang="en-GB" sz="1600" noProof="0">
                <a:solidFill>
                  <a:srgbClr val="FFFFFF"/>
                </a:solidFill>
              </a:rPr>
              <a:t>Turns incoming activity into concise updates for practitioners and support teams.</a:t>
            </a:r>
          </a:p>
          <a:p>
            <a:pPr>
              <a:lnSpc>
                <a:spcPct val="110000"/>
              </a:lnSpc>
            </a:pPr>
            <a:r>
              <a:rPr lang="en-GB" sz="1600" b="1" noProof="0">
                <a:solidFill>
                  <a:srgbClr val="FFFFFF"/>
                </a:solidFill>
              </a:rPr>
              <a:t>OpenBridge Network™:</a:t>
            </a:r>
            <a:r>
              <a:rPr lang="en-GB" sz="1600" noProof="0">
                <a:solidFill>
                  <a:srgbClr val="FFFFFF"/>
                </a:solidFill>
              </a:rPr>
              <a:t>A modular platform designed for future integrations and broader care workflows.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1026E-18F0-C0AD-A5F0-1900B851B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1" b="10801"/>
          <a:stretch/>
        </p:blipFill>
        <p:spPr>
          <a:xfrm>
            <a:off x="6669350" y="3124520"/>
            <a:ext cx="4034528" cy="3162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57082-5674-A4E6-3D81-67F8DC6D3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8950" y="271082"/>
            <a:ext cx="6815328" cy="268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3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48F263-6E1C-15AF-C2E0-717F9621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6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Evaluation Matrix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012C4-3D74-4D76-6BE2-4BCDDE36B1A9}"/>
              </a:ext>
            </a:extLst>
          </p:cNvPr>
          <p:cNvSpPr txBox="1"/>
          <p:nvPr/>
        </p:nvSpPr>
        <p:spPr>
          <a:xfrm>
            <a:off x="630935" y="2807208"/>
            <a:ext cx="3429000" cy="30229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spcAft>
                <a:spcPts val="600"/>
              </a:spcAft>
            </a:pPr>
            <a:r>
              <a:rPr lang="en-GB" sz="1600" noProof="0"/>
              <a:t>A single app or gadget only solves part of the experience. The</a:t>
            </a:r>
            <a:r>
              <a:rPr lang="en-GB" sz="1600" b="1" noProof="0"/>
              <a:t>OpenBridge Network™</a:t>
            </a:r>
            <a:r>
              <a:rPr lang="en-GB" sz="1600" noProof="0"/>
              <a:t>was the only option that addressed the full set of user needs:</a:t>
            </a:r>
            <a:r>
              <a:rPr lang="en-GB" sz="1600" b="1" noProof="0"/>
              <a:t>continuous support, private reflection, objective signals, and handoff into existing care workflows.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C22A40-B398-741E-BB18-1924C184B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582647"/>
              </p:ext>
            </p:extLst>
          </p:nvPr>
        </p:nvGraphicFramePr>
        <p:xfrm>
          <a:off x="4586377" y="1710905"/>
          <a:ext cx="7415761" cy="4491418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1417596">
                  <a:extLst>
                    <a:ext uri="{9D8B030D-6E8A-4147-A177-3AD203B41FA5}">
                      <a16:colId xmlns:a16="http://schemas.microsoft.com/office/drawing/2014/main" val="712518710"/>
                    </a:ext>
                  </a:extLst>
                </a:gridCol>
                <a:gridCol w="1291134">
                  <a:extLst>
                    <a:ext uri="{9D8B030D-6E8A-4147-A177-3AD203B41FA5}">
                      <a16:colId xmlns:a16="http://schemas.microsoft.com/office/drawing/2014/main" val="335747968"/>
                    </a:ext>
                  </a:extLst>
                </a:gridCol>
                <a:gridCol w="1101563">
                  <a:extLst>
                    <a:ext uri="{9D8B030D-6E8A-4147-A177-3AD203B41FA5}">
                      <a16:colId xmlns:a16="http://schemas.microsoft.com/office/drawing/2014/main" val="3855679468"/>
                    </a:ext>
                  </a:extLst>
                </a:gridCol>
                <a:gridCol w="1134602">
                  <a:extLst>
                    <a:ext uri="{9D8B030D-6E8A-4147-A177-3AD203B41FA5}">
                      <a16:colId xmlns:a16="http://schemas.microsoft.com/office/drawing/2014/main" val="2876005213"/>
                    </a:ext>
                  </a:extLst>
                </a:gridCol>
                <a:gridCol w="1290726">
                  <a:extLst>
                    <a:ext uri="{9D8B030D-6E8A-4147-A177-3AD203B41FA5}">
                      <a16:colId xmlns:a16="http://schemas.microsoft.com/office/drawing/2014/main" val="3786832939"/>
                    </a:ext>
                  </a:extLst>
                </a:gridCol>
                <a:gridCol w="1180140">
                  <a:extLst>
                    <a:ext uri="{9D8B030D-6E8A-4147-A177-3AD203B41FA5}">
                      <a16:colId xmlns:a16="http://schemas.microsoft.com/office/drawing/2014/main" val="3482223490"/>
                    </a:ext>
                  </a:extLst>
                </a:gridCol>
              </a:tblGrid>
              <a:tr h="69658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Solution Options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Continuous</a:t>
                      </a:r>
                    </a:p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Support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Reduces Friction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Signal Quality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Team Workflow Integration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6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Feasibility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210856"/>
                  </a:ext>
                </a:extLst>
              </a:tr>
              <a:tr h="68411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Conversation Support App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Medium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03894"/>
                  </a:ext>
                </a:extLst>
              </a:tr>
              <a:tr h="68411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Wearable Stress Sensor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Medium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Medium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193812"/>
                  </a:ext>
                </a:extLst>
              </a:tr>
              <a:tr h="684111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Expanded Telehealth Service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35648"/>
                  </a:ext>
                </a:extLst>
              </a:tr>
              <a:tr h="871249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Community Support Network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Medium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Low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0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117770"/>
                  </a:ext>
                </a:extLst>
              </a:tr>
              <a:tr h="871249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OpenBridge Network (App + Device)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High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GB" sz="1200" b="1" cap="none" spc="0" noProof="0">
                          <a:solidFill>
                            <a:schemeClr val="bg1"/>
                          </a:solidFill>
                          <a:effectLst/>
                          <a:latin typeface="Inter"/>
                        </a:rPr>
                        <a:t>Medium</a:t>
                      </a:r>
                      <a:endParaRPr lang="en-GB" sz="1200" b="0" cap="none" spc="0" noProof="0">
                        <a:solidFill>
                          <a:schemeClr val="bg1"/>
                        </a:solidFill>
                        <a:effectLst/>
                        <a:latin typeface="Inter"/>
                      </a:endParaRPr>
                    </a:p>
                  </a:txBody>
                  <a:tcPr marL="51039" marR="51039" marT="61248" marB="255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4635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A487E82-32B1-6F60-ED5D-D1B6F19C0BE7}"/>
              </a:ext>
            </a:extLst>
          </p:cNvPr>
          <p:cNvSpPr txBox="1"/>
          <p:nvPr/>
        </p:nvSpPr>
        <p:spPr>
          <a:xfrm>
            <a:off x="4593324" y="1160502"/>
            <a:ext cx="7477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noProof="0"/>
              <a:t>We reviewed multiple solution directions against the key project constraints: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97F38D-7D8F-EE40-4650-E8944CDEA387}"/>
              </a:ext>
            </a:extLst>
          </p:cNvPr>
          <p:cNvCxnSpPr/>
          <p:nvPr/>
        </p:nvCxnSpPr>
        <p:spPr>
          <a:xfrm>
            <a:off x="4345423" y="0"/>
            <a:ext cx="0" cy="6858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32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B2704-50B1-415D-D074-E1BAC3476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800" b="1" noProof="0"/>
              <a:t>Landscape Review:</a:t>
            </a:r>
            <a:r>
              <a:rPr lang="en-GB" sz="2800" noProof="0"/>
              <a:t> </a:t>
            </a:r>
            <a:br>
              <a:rPr lang="en-GB" sz="2800" noProof="0"/>
            </a:br>
            <a:r>
              <a:rPr lang="en-GB" sz="2800" noProof="0"/>
              <a:t>Why Existing Offers Miss the Mark</a:t>
            </a:r>
            <a:br>
              <a:rPr lang="en-GB" sz="2800" noProof="0"/>
            </a:br>
            <a:r>
              <a:rPr lang="en-GB" sz="2800" noProof="0"/>
              <a:t>────────────────────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D179A4-4A2B-9A47-4A5E-16706BB7693D}"/>
              </a:ext>
            </a:extLst>
          </p:cNvPr>
          <p:cNvSpPr txBox="1"/>
          <p:nvPr/>
        </p:nvSpPr>
        <p:spPr>
          <a:xfrm>
            <a:off x="6382512" y="498698"/>
            <a:ext cx="4940808" cy="1185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noProof="0"/>
              <a:t>Most products solve one slice of the problem.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1600" b="1" noProof="0"/>
              <a:t>OpenBridge combines the missing pieces.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 descr="A diagram of a smart watch&#10;&#10;AI-generated content may be incorrect.">
            <a:extLst>
              <a:ext uri="{FF2B5EF4-FFF2-40B4-BE49-F238E27FC236}">
                <a16:creationId xmlns:a16="http://schemas.microsoft.com/office/drawing/2014/main" id="{C878AE13-44A2-BD0D-C316-E60D24FD7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58" y="2293178"/>
            <a:ext cx="5431536" cy="380207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0E67B5-3657-32D1-205A-D2ADB7777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99188"/>
              </p:ext>
            </p:extLst>
          </p:nvPr>
        </p:nvGraphicFramePr>
        <p:xfrm>
          <a:off x="6211405" y="2215322"/>
          <a:ext cx="5431537" cy="3957785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941748">
                  <a:extLst>
                    <a:ext uri="{9D8B030D-6E8A-4147-A177-3AD203B41FA5}">
                      <a16:colId xmlns:a16="http://schemas.microsoft.com/office/drawing/2014/main" val="2654125434"/>
                    </a:ext>
                  </a:extLst>
                </a:gridCol>
                <a:gridCol w="1605839">
                  <a:extLst>
                    <a:ext uri="{9D8B030D-6E8A-4147-A177-3AD203B41FA5}">
                      <a16:colId xmlns:a16="http://schemas.microsoft.com/office/drawing/2014/main" val="994197696"/>
                    </a:ext>
                  </a:extLst>
                </a:gridCol>
                <a:gridCol w="1883950">
                  <a:extLst>
                    <a:ext uri="{9D8B030D-6E8A-4147-A177-3AD203B41FA5}">
                      <a16:colId xmlns:a16="http://schemas.microsoft.com/office/drawing/2014/main" val="1559569903"/>
                    </a:ext>
                  </a:extLst>
                </a:gridCol>
              </a:tblGrid>
              <a:tr h="12867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Mindfulness &amp; Tracking Apps (e.g.,</a:t>
                      </a:r>
                      <a:r>
                        <a:rPr lang="en-GB" sz="1600" b="1" cap="none" spc="0" noProof="0" err="1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CalmPath</a:t>
                      </a: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, DailyFocus)</a:t>
                      </a:r>
                    </a:p>
                  </a:txBody>
                  <a:tcPr marL="70552" marR="138536" marT="20158" marB="15118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Wearable Signal Devices (e.g.,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Pulse Band, Quiet Ring)</a:t>
                      </a:r>
                    </a:p>
                  </a:txBody>
                  <a:tcPr marL="70552" marR="138536" marT="20158" marB="15118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On-Demand Care Platforms (e.g.,</a:t>
                      </a:r>
                      <a:r>
                        <a:rPr lang="en-GB" sz="1600" b="1" cap="none" spc="0" noProof="0" err="1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CareLine</a:t>
                      </a: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,</a:t>
                      </a:r>
                      <a:r>
                        <a:rPr lang="en-GB" sz="1600" b="1" cap="none" spc="0" noProof="0" err="1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TheraNow</a:t>
                      </a:r>
                      <a:r>
                        <a:rPr lang="en-GB" sz="16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)</a:t>
                      </a:r>
                    </a:p>
                  </a:txBody>
                  <a:tcPr marL="70552" marR="138536" marT="20158" marB="15118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03606"/>
                  </a:ext>
                </a:extLst>
              </a:tr>
              <a:tr h="12195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(+) Strength:</a:t>
                      </a: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Easy access to guided exercises and lightweight reflection tools.</a:t>
                      </a:r>
                    </a:p>
                  </a:txBody>
                  <a:tcPr marL="70552" marR="138536" marT="20158" marB="15118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(+) Strength:</a:t>
                      </a: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Provides continuous physiological signals such as stress, sleep, or activity.</a:t>
                      </a:r>
                    </a:p>
                  </a:txBody>
                  <a:tcPr marL="70552" marR="138536" marT="20158" marB="1511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(+) Strength:</a:t>
                      </a: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Convenient access to licensed professionals when an appointment is needed.</a:t>
                      </a:r>
                    </a:p>
                  </a:txBody>
                  <a:tcPr marL="70552" marR="138536" marT="20158" marB="1511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21803"/>
                  </a:ext>
                </a:extLst>
              </a:tr>
              <a:tr h="14211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(-) Weakness:</a:t>
                      </a: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Limited workflow integration and mostly dependent on subjective inputs.</a:t>
                      </a:r>
                      <a:endParaRPr lang="en-GB" sz="1400" b="1" cap="none" spc="0" noProof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70552" marR="138536" marT="20158" marB="151183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(-) Weakness:</a:t>
                      </a: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Signal data arrives without context and without a coordinated response path.</a:t>
                      </a:r>
                      <a:endParaRPr lang="en-GB" sz="1400" b="1" cap="none" spc="0" noProof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70552" marR="138536" marT="20158" marB="1511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1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(-) Weakness:</a:t>
                      </a: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GB" sz="1400" b="0" cap="none" spc="0" noProof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Reactive and appointment-based, with limited support between sessions.</a:t>
                      </a:r>
                    </a:p>
                  </a:txBody>
                  <a:tcPr marL="70552" marR="138536" marT="20158" marB="1511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93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90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CAC0A-DB83-2312-6691-203BD2D7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097280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GB" sz="2800" b="1" noProof="0"/>
              <a:t>Why OpenBridge is the Stronger Choice.</a:t>
            </a:r>
            <a:endParaRPr lang="en-GB" sz="2800" noProof="0"/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13FBF099-A836-9ABE-1002-2053099B3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endParaRPr lang="en-GB" sz="1600" noProof="0"/>
          </a:p>
          <a:p>
            <a:pPr marL="0" indent="0">
              <a:buNone/>
            </a:pPr>
            <a:r>
              <a:rPr lang="en-GB" sz="1600" noProof="0"/>
              <a:t>The</a:t>
            </a:r>
            <a:r>
              <a:rPr lang="en-GB" sz="1600" b="1" noProof="0"/>
              <a:t>OpenBridge Network™</a:t>
            </a:r>
            <a:r>
              <a:rPr lang="en-GB" sz="1600" noProof="0"/>
              <a:t>fits the project constraints because it delivers across the full workflow:</a:t>
            </a:r>
          </a:p>
          <a:p>
            <a:pPr marL="342900"/>
            <a:r>
              <a:rPr lang="en-GB" sz="1600" b="1" noProof="0"/>
              <a:t>Personalised &amp; Proactive Support:</a:t>
            </a:r>
            <a:r>
              <a:rPr lang="en-GB" sz="1600" noProof="0"/>
              <a:t>Reduces</a:t>
            </a:r>
            <a:r>
              <a:rPr lang="en-GB" sz="1600" b="1" noProof="0"/>
              <a:t>drop-off</a:t>
            </a:r>
            <a:r>
              <a:rPr lang="en-GB" sz="1600" noProof="0"/>
              <a:t>with ongoing support instead of only event-based follow-up.</a:t>
            </a:r>
          </a:p>
          <a:p>
            <a:pPr marL="342900"/>
            <a:r>
              <a:rPr lang="en-GB" sz="1600" b="1" noProof="0"/>
              <a:t>Deeper Signal Insight:</a:t>
            </a:r>
            <a:r>
              <a:rPr lang="en-GB" sz="1600" noProof="0"/>
              <a:t>Combines interaction patterns and device signals to</a:t>
            </a:r>
            <a:r>
              <a:rPr lang="en-GB" sz="1600" b="1" noProof="0"/>
              <a:t>surface subtle changes</a:t>
            </a:r>
            <a:r>
              <a:rPr lang="en-GB" sz="1600" noProof="0"/>
              <a:t>that surveys and standalone apps often miss.</a:t>
            </a:r>
            <a:endParaRPr lang="en-GB" sz="1600" b="1" noProof="0"/>
          </a:p>
          <a:p>
            <a:pPr marL="342900"/>
            <a:r>
              <a:rPr lang="en-GB" sz="1600" b="1" noProof="0"/>
              <a:t>Seamless Team Integration:</a:t>
            </a:r>
            <a:r>
              <a:rPr lang="en-GB" sz="1600" noProof="0"/>
              <a:t>Care teams receive</a:t>
            </a:r>
            <a:r>
              <a:rPr lang="en-GB" sz="1600" b="1" noProof="0"/>
              <a:t>clear, action-ready summaries</a:t>
            </a:r>
            <a:r>
              <a:rPr lang="en-GB" sz="1600" noProof="0"/>
              <a:t>, saving time and improving continuity.</a:t>
            </a:r>
          </a:p>
          <a:p>
            <a:pPr marL="342900"/>
            <a:r>
              <a:rPr lang="en-GB" sz="1600" b="1" noProof="0"/>
              <a:t>An Open Ecosystem:</a:t>
            </a:r>
            <a:r>
              <a:rPr lang="en-GB" sz="1600" noProof="0"/>
              <a:t>A platform built for future growth,</a:t>
            </a:r>
            <a:r>
              <a:rPr lang="en-GB" sz="1600" b="1" noProof="0"/>
              <a:t>allowing integration with third-party tools</a:t>
            </a:r>
            <a:r>
              <a:rPr lang="en-GB" sz="1600" noProof="0"/>
              <a:t>such as wearables, records, and communication services.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337FBE-3F62-B753-FB70-39331DA17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" r="1897" b="14584"/>
          <a:stretch>
            <a:fillRect/>
          </a:stretch>
        </p:blipFill>
        <p:spPr>
          <a:xfrm>
            <a:off x="7604229" y="2381363"/>
            <a:ext cx="3941064" cy="349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1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34E9-E552-9934-7FDA-0A6FB0E9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59" y="4891086"/>
            <a:ext cx="4937937" cy="11471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GB" sz="28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Road to Prototype:</a:t>
            </a:r>
            <a:r>
              <a:rPr lang="en-GB" sz="28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GB" sz="28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GB" sz="28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 Inputs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20267F5-D4E6-477A-A590-81F2ABD1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109" y="2382976"/>
            <a:ext cx="1920240" cy="192024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B6FE6A8-3E05-4C40-9190-B19BFD524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6850F87F-347D-3E4D-4929-0C236F2AC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7535" y="785899"/>
            <a:ext cx="2091710" cy="424712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38315451-BA4E-4F56-BA8A-9CCCA5A0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288331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5665E03E-3504-4366-BFC7-0CDEDC637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9701" y="2547568"/>
            <a:ext cx="1591056" cy="1591056"/>
          </a:xfrm>
          <a:custGeom>
            <a:avLst/>
            <a:gdLst>
              <a:gd name="connsiteX0" fmla="*/ 795528 w 1591056"/>
              <a:gd name="connsiteY0" fmla="*/ 0 h 1591056"/>
              <a:gd name="connsiteX1" fmla="*/ 1591056 w 1591056"/>
              <a:gd name="connsiteY1" fmla="*/ 795528 h 1591056"/>
              <a:gd name="connsiteX2" fmla="*/ 795528 w 1591056"/>
              <a:gd name="connsiteY2" fmla="*/ 1591056 h 1591056"/>
              <a:gd name="connsiteX3" fmla="*/ 0 w 1591056"/>
              <a:gd name="connsiteY3" fmla="*/ 795528 h 1591056"/>
              <a:gd name="connsiteX4" fmla="*/ 795528 w 1591056"/>
              <a:gd name="connsiteY4" fmla="*/ 0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07" y="303879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9A95DA0-8F7C-4AB7-B890-22075705D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3799" y="468471"/>
            <a:ext cx="2852928" cy="2852928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0E0091-FADB-56B0-BE89-AE146F9FF5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130915" y="1605007"/>
            <a:ext cx="1778697" cy="579855"/>
          </a:xfrm>
          <a:prstGeom prst="rect">
            <a:avLst/>
          </a:prstGeom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2193FF3-0731-4CB1-A0ED-1F3321A42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1"/>
            <a:ext cx="3273238" cy="3383891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70FC8C1-997E-3ACF-3FD6-E3063323A8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8939" y="303879"/>
            <a:ext cx="2016094" cy="207909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69822CD5-D1C5-3F2F-BB8A-715706B0DB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02400" y="3836914"/>
            <a:ext cx="2177847" cy="188860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FF766DC-88AB-B32C-7F1F-B51A620F68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045552" y="2893474"/>
            <a:ext cx="999354" cy="899243"/>
          </a:xfrm>
          <a:prstGeom prst="rect">
            <a:avLst/>
          </a:prstGeom>
        </p:spPr>
      </p:pic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A1CCC4E2-0E38-41AA-A1C5-DBB034387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3238" y="4071322"/>
            <a:ext cx="2828765" cy="2786678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F8791C0-5948-C649-0137-66AF16B900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03013" y="5340193"/>
            <a:ext cx="2052346" cy="75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3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3DD73-3196-8301-7C0B-DC35581B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683" y="948423"/>
            <a:ext cx="4561369" cy="10726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GB" sz="2800" b="1" kern="1200" noProof="0">
                <a:latin typeface="+mj-lt"/>
                <a:ea typeface="+mj-ea"/>
                <a:cs typeface="+mj-cs"/>
              </a:rPr>
              <a:t>Road to Prototype:</a:t>
            </a:r>
            <a:br>
              <a:rPr lang="en-GB" sz="2800" b="1" kern="1200" noProof="0">
                <a:latin typeface="+mj-lt"/>
                <a:ea typeface="+mj-ea"/>
                <a:cs typeface="+mj-cs"/>
              </a:rPr>
            </a:br>
            <a:r>
              <a:rPr lang="en-GB" sz="2800" kern="1200" noProof="0">
                <a:latin typeface="+mj-lt"/>
                <a:ea typeface="+mj-ea"/>
                <a:cs typeface="+mj-cs"/>
              </a:rPr>
              <a:t>Skills &amp; Resources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AA5098-1180-80A6-4A22-5F262E9CC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750228"/>
              </p:ext>
            </p:extLst>
          </p:nvPr>
        </p:nvGraphicFramePr>
        <p:xfrm>
          <a:off x="5773470" y="1237929"/>
          <a:ext cx="5003102" cy="4499323"/>
        </p:xfrm>
        <a:graphic>
          <a:graphicData uri="http://schemas.openxmlformats.org/drawingml/2006/table">
            <a:tbl>
              <a:tblPr firstRow="1" bandRow="1">
                <a:noFill/>
                <a:tableStyleId>{793D81CF-94F2-401A-BA57-92F5A7B2D0C5}</a:tableStyleId>
              </a:tblPr>
              <a:tblGrid>
                <a:gridCol w="2548991">
                  <a:extLst>
                    <a:ext uri="{9D8B030D-6E8A-4147-A177-3AD203B41FA5}">
                      <a16:colId xmlns:a16="http://schemas.microsoft.com/office/drawing/2014/main" val="2687287935"/>
                    </a:ext>
                  </a:extLst>
                </a:gridCol>
                <a:gridCol w="2454111">
                  <a:extLst>
                    <a:ext uri="{9D8B030D-6E8A-4147-A177-3AD203B41FA5}">
                      <a16:colId xmlns:a16="http://schemas.microsoft.com/office/drawing/2014/main" val="1411090940"/>
                    </a:ext>
                  </a:extLst>
                </a:gridCol>
              </a:tblGrid>
              <a:tr h="598779">
                <a:tc>
                  <a:txBody>
                    <a:bodyPr/>
                    <a:lstStyle/>
                    <a:p>
                      <a:r>
                        <a:rPr lang="en-GB" sz="1800" b="1" cap="none" spc="0" noProof="0">
                          <a:solidFill>
                            <a:schemeClr val="tx1"/>
                          </a:solidFill>
                        </a:rPr>
                        <a:t>Skills Required</a:t>
                      </a:r>
                    </a:p>
                  </a:txBody>
                  <a:tcPr marL="37865" marR="37865" marT="155297" marB="757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cap="none" spc="0" noProof="0">
                          <a:solidFill>
                            <a:schemeClr val="tx1"/>
                          </a:solidFill>
                        </a:rPr>
                        <a:t>Resources Required</a:t>
                      </a:r>
                    </a:p>
                  </a:txBody>
                  <a:tcPr marL="37865" marR="37865" marT="155297" marB="757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278920"/>
                  </a:ext>
                </a:extLst>
              </a:tr>
              <a:tr h="1112907">
                <a:tc>
                  <a:txBody>
                    <a:bodyPr/>
                    <a:lstStyle/>
                    <a:p>
                      <a:r>
                        <a:rPr lang="en-GB" sz="1200" b="1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Applied AI Engineering:</a:t>
                      </a:r>
                      <a:r>
                        <a:rPr lang="en-GB" sz="1200" b="0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b="0" i="0" kern="1200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orchestration</a:t>
                      </a:r>
                      <a:r>
                        <a:rPr lang="en-GB" sz="1200" b="0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design, safety rules, and response evaluation.</a:t>
                      </a:r>
                      <a:endParaRPr lang="en-GB" sz="12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Hardware:</a:t>
                      </a:r>
                      <a:r>
                        <a:rPr lang="en-GB" sz="1200" b="0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Prototype board, microphone, speaker, compact display, microcontroller, pressure sensor, rechargeable battery, and enclosure parts.</a:t>
                      </a:r>
                      <a:endParaRPr lang="en-GB" sz="12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295743"/>
                  </a:ext>
                </a:extLst>
              </a:tr>
              <a:tr h="1112907">
                <a:tc>
                  <a:txBody>
                    <a:bodyPr/>
                    <a:lstStyle/>
                    <a:p>
                      <a:r>
                        <a:rPr lang="en-GB" sz="1200" b="1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Working with embedded systems:</a:t>
                      </a:r>
                      <a:r>
                        <a:rPr lang="en-GB" sz="1200" b="0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Firmware basics, hardware debugging, and sensor integration for a lightweight device.</a:t>
                      </a:r>
                      <a:endParaRPr lang="en-GB" sz="12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cap="none" spc="0" noProof="0">
                          <a:solidFill>
                            <a:schemeClr val="tx1"/>
                          </a:solidFill>
                        </a:rPr>
                        <a:t>Software &amp; APIs:</a:t>
                      </a:r>
                      <a:r>
                        <a:rPr lang="en-GB" sz="1200" cap="none" spc="0" noProof="0">
                          <a:solidFill>
                            <a:schemeClr val="tx1"/>
                          </a:solidFill>
                        </a:rPr>
                        <a:t>Realtime model API,</a:t>
                      </a:r>
                      <a:r>
                        <a:rPr lang="en-GB" sz="1200" cap="none" spc="0" noProof="0" err="1">
                          <a:solidFill>
                            <a:schemeClr val="tx1"/>
                          </a:solidFill>
                        </a:rPr>
                        <a:t>hosting platform</a:t>
                      </a:r>
                      <a:r>
                        <a:rPr lang="en-GB" sz="1200" cap="none" spc="0" noProof="0">
                          <a:solidFill>
                            <a:schemeClr val="tx1"/>
                          </a:solidFill>
                        </a:rPr>
                        <a:t>for deployment, database storage, email delivery, and report generation services.</a:t>
                      </a: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738718"/>
                  </a:ext>
                </a:extLst>
              </a:tr>
              <a:tr h="918372">
                <a:tc>
                  <a:txBody>
                    <a:bodyPr/>
                    <a:lstStyle/>
                    <a:p>
                      <a:r>
                        <a:rPr lang="en-GB" sz="1200" b="1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Design &amp; 3D</a:t>
                      </a:r>
                      <a:r>
                        <a:rPr lang="en-GB" sz="1200" b="1" i="0" kern="1200" cap="none" spc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r>
                        <a:rPr lang="en-GB" sz="1200" b="1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GB" sz="1200" b="0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Enclosure design, interaction design, and user-facing flows.</a:t>
                      </a:r>
                      <a:endParaRPr lang="en-GB" sz="12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Prototyping:</a:t>
                      </a:r>
                      <a:r>
                        <a:rPr lang="en-GB" sz="1200" b="0" i="0" kern="1200" cap="none" spc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printer and bench tools.</a:t>
                      </a:r>
                      <a:endParaRPr lang="en-GB" sz="12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188191"/>
                  </a:ext>
                </a:extLst>
              </a:tr>
              <a:tr h="723837">
                <a:tc>
                  <a:txBody>
                    <a:bodyPr/>
                    <a:lstStyle/>
                    <a:p>
                      <a:r>
                        <a:rPr lang="en-GB" sz="1200" b="1" cap="none" spc="0" noProof="0">
                          <a:solidFill>
                            <a:schemeClr val="tx1"/>
                          </a:solidFill>
                        </a:rPr>
                        <a:t>Full-Stack Web Development:</a:t>
                      </a:r>
                      <a:r>
                        <a:rPr lang="en-GB" sz="1200" cap="none" spc="0" noProof="0">
                          <a:solidFill>
                            <a:schemeClr val="tx1"/>
                          </a:solidFill>
                        </a:rPr>
                        <a:t>React, Next.js,</a:t>
                      </a:r>
                      <a:r>
                        <a:rPr lang="en-GB" sz="1200" cap="none" spc="0" noProof="0" err="1">
                          <a:solidFill>
                            <a:schemeClr val="tx1"/>
                          </a:solidFill>
                        </a:rPr>
                        <a:t>TypeScript</a:t>
                      </a:r>
                      <a:r>
                        <a:rPr lang="en-GB" sz="1200" cap="none" spc="0" noProof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 cap="none" spc="0" noProof="0">
                          <a:solidFill>
                            <a:schemeClr val="tx1"/>
                          </a:solidFill>
                        </a:rPr>
                        <a:t>Domain Expertise:</a:t>
                      </a:r>
                      <a:r>
                        <a:rPr lang="en-GB" sz="1200" cap="none" spc="0" noProof="0">
                          <a:solidFill>
                            <a:schemeClr val="tx1"/>
                          </a:solidFill>
                        </a:rPr>
                        <a:t>Research in longitudinal care, emotional wellbeing, and service delivery validation.</a:t>
                      </a:r>
                    </a:p>
                  </a:txBody>
                  <a:tcPr marL="37865" marR="37865" marT="155297" marB="7573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398045"/>
                  </a:ext>
                </a:extLst>
              </a:tr>
            </a:tbl>
          </a:graphicData>
        </a:graphic>
      </p:graphicFrame>
      <p:pic>
        <p:nvPicPr>
          <p:cNvPr id="7" name="Picture 6" descr="A group of icons of different types of software&#10;&#10;AI-generated content may be incorrect.">
            <a:extLst>
              <a:ext uri="{FF2B5EF4-FFF2-40B4-BE49-F238E27FC236}">
                <a16:creationId xmlns:a16="http://schemas.microsoft.com/office/drawing/2014/main" id="{6C305249-5139-2869-B77F-B40698BED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486" y="2021028"/>
            <a:ext cx="2601357" cy="37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3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54A67-CF57-16D4-C9BC-F89DB8C47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590719"/>
            <a:ext cx="5219307" cy="10466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28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Key Risk:</a:t>
            </a:r>
            <a:br>
              <a:rPr lang="en-GB" sz="28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GB" sz="28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Unhealthy Reliance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2D259-EADD-9F4B-484E-F9E46085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9" b="2699"/>
          <a:stretch/>
        </p:blipFill>
        <p:spPr>
          <a:xfrm>
            <a:off x="7320518" y="1869260"/>
            <a:ext cx="4273463" cy="404273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graphicFrame>
        <p:nvGraphicFramePr>
          <p:cNvPr id="33" name="Text Placeholder 2">
            <a:extLst>
              <a:ext uri="{FF2B5EF4-FFF2-40B4-BE49-F238E27FC236}">
                <a16:creationId xmlns:a16="http://schemas.microsoft.com/office/drawing/2014/main" id="{FAA5D0F5-71C3-17D5-D610-9A00FBCE1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889885"/>
              </p:ext>
            </p:extLst>
          </p:nvPr>
        </p:nvGraphicFramePr>
        <p:xfrm>
          <a:off x="307497" y="1869260"/>
          <a:ext cx="6538365" cy="4466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206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6ABF6-B669-6D49-EFB4-47109200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1483" y="747088"/>
            <a:ext cx="4591010" cy="5112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GB" sz="3700" b="1" noProof="0"/>
              <a:t>Who benefits?</a:t>
            </a:r>
            <a:r>
              <a:rPr lang="en-GB" sz="3700" noProof="0"/>
              <a:t> </a:t>
            </a:r>
            <a:br>
              <a:rPr lang="en-GB" sz="3700" noProof="0"/>
            </a:br>
            <a:endParaRPr lang="en-GB" sz="3700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D24F7-54B7-C1A5-0A5D-B07B4C50A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" b="317"/>
          <a:stretch/>
        </p:blipFill>
        <p:spPr>
          <a:xfrm>
            <a:off x="87237" y="-229508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E394239A-098C-2922-40B4-47518295C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986638"/>
              </p:ext>
            </p:extLst>
          </p:nvPr>
        </p:nvGraphicFramePr>
        <p:xfrm>
          <a:off x="7081483" y="1181438"/>
          <a:ext cx="4591010" cy="50251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87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567CF-6C64-017B-E10B-9A5504C4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b="1" kern="1200" noProof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Build the Network.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6528F0-04D5-E7A0-EAEA-2DF2597B1934}"/>
              </a:ext>
            </a:extLst>
          </p:cNvPr>
          <p:cNvSpPr txBox="1"/>
          <p:nvPr/>
        </p:nvSpPr>
        <p:spPr>
          <a:xfrm>
            <a:off x="6726578" y="4373955"/>
            <a:ext cx="4203323" cy="114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r">
              <a:lnSpc>
                <a:spcPct val="90000"/>
              </a:lnSpc>
              <a:spcBef>
                <a:spcPts val="1000"/>
              </a:spcBef>
            </a:pPr>
            <a:r>
              <a:rPr lang="en-US" sz="2000" b="1" i="0" kern="1200" noProof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OpenBridge</a:t>
            </a:r>
            <a:r>
              <a:rPr lang="en-US" sz="2000" b="0" i="0" kern="1200" noProof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is more than a feature set; it is a coordination layer for a more responsive, more human model of care.</a:t>
            </a:r>
            <a:endParaRPr lang="en-US" sz="2000" kern="1200" noProof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2" name="Picture 41" descr="A qr code with circles&#10;&#10;AI-generated content may be incorrect.">
            <a:extLst>
              <a:ext uri="{FF2B5EF4-FFF2-40B4-BE49-F238E27FC236}">
                <a16:creationId xmlns:a16="http://schemas.microsoft.com/office/drawing/2014/main" id="{6B65ED77-F422-F4C2-AD3C-935D2CC0C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946336" y="1509721"/>
            <a:ext cx="3680216" cy="3680216"/>
          </a:xfrm>
          <a:prstGeom prst="rect">
            <a:avLst/>
          </a:prstGeom>
          <a:ln w="28575">
            <a:noFill/>
          </a:ln>
        </p:spPr>
      </p:pic>
      <p:sp>
        <p:nvSpPr>
          <p:cNvPr id="17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EA6836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EA6836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8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178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6233-454F-7ACA-DB96-E6907E54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34196-1BBF-1B8E-A5BE-9030F85AF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noProof="0"/>
              <a:t>Northfield Research, “Designing continuity in digital care pathways,” Open Systems Review, 2023.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err="1"/>
              <a:t>Harbor Institute</a:t>
            </a:r>
            <a:r>
              <a:rPr lang="en-GB" noProof="0"/>
              <a:t>, “Support gaps across extended recovery journeys,” 2022.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/>
              <a:t>Center for Responsible Interfaces, “Practical guidance for assistive AI systems,” 2024.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/>
              <a:t>L. Mercer, “When automated guidance becomes over-attached,” The Civic Ledger, Mar. 14, 2024.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/>
              <a:t>R. Kim, et al., “Comparing transitional care models across public health systems,” Journal of Service Design, vol. 18, no. 4, 2024.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/>
              <a:t>T. Vale, “Trust, restraint, and the risks of agreeable assistants,”</a:t>
            </a:r>
            <a:r>
              <a:rPr lang="en-GB" noProof="0" err="1"/>
              <a:t>Policy Signals</a:t>
            </a:r>
            <a:r>
              <a:rPr lang="en-GB" noProof="0"/>
              <a:t>, Feb. 12, 2024.</a:t>
            </a:r>
          </a:p>
        </p:txBody>
      </p:sp>
    </p:spTree>
    <p:extLst>
      <p:ext uri="{BB962C8B-B14F-4D97-AF65-F5344CB8AC3E}">
        <p14:creationId xmlns:p14="http://schemas.microsoft.com/office/powerpoint/2010/main" val="302784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9a4fdee-929e-4f10-85fe-9b30601d6a3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559243412BB4BB410FD108D815CA2" ma:contentTypeVersion="15" ma:contentTypeDescription="Create a new document." ma:contentTypeScope="" ma:versionID="5b3899db63597515cab3ad2e0bb55e8d">
  <xsd:schema xmlns:xsd="http://www.w3.org/2001/XMLSchema" xmlns:xs="http://www.w3.org/2001/XMLSchema" xmlns:p="http://schemas.microsoft.com/office/2006/metadata/properties" xmlns:ns3="c9a4fdee-929e-4f10-85fe-9b30601d6a3a" xmlns:ns4="e06179fe-791d-4de8-abce-d3bbabf74419" targetNamespace="http://schemas.microsoft.com/office/2006/metadata/properties" ma:root="true" ma:fieldsID="1fc8123aaa6491fcbf9aed332d68a1b2" ns3:_="" ns4:_="">
    <xsd:import namespace="c9a4fdee-929e-4f10-85fe-9b30601d6a3a"/>
    <xsd:import namespace="e06179fe-791d-4de8-abce-d3bbabf7441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4fdee-929e-4f10-85fe-9b30601d6a3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179fe-791d-4de8-abce-d3bbabf7441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DATA-0304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DATA-0301</Display>
  <Edit>DATA-0302</Edit>
  <New>DATA-0303</New>
</FormTemplates>
</file>

<file path=customXml/itemProps1.xml><?xml version="1.0" encoding="utf-8"?>
<ds:datastoreItem xmlns:ds="http://schemas.openxmlformats.org/officeDocument/2006/customXml" ds:itemID="{08948594-D57F-4856-A586-DDB515A56566}">
  <ds:schemaRefs>
    <ds:schemaRef ds:uri="e06179fe-791d-4de8-abce-d3bbabf74419"/>
    <ds:schemaRef ds:uri="http://www.w3.org/XML/1998/namespace"/>
    <ds:schemaRef ds:uri="c9a4fdee-929e-4f10-85fe-9b30601d6a3a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534AC78-BB44-4728-84F5-561B6599F330}">
  <ds:schemaRefs>
    <ds:schemaRef ds:uri="c9a4fdee-929e-4f10-85fe-9b30601d6a3a"/>
    <ds:schemaRef ds:uri="e06179fe-791d-4de8-abce-d3bbabf744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612196F-2E58-47FC-9809-231567C3158A}">
  <ds:schemaRefs>
    <ds:schemaRef ds:uri="http://schemas.microsoft.com/sharepoint/v3/contenttype/forms"/>
  </ds:schemaRefs>
</ds:datastoreItem>
</file>

<file path=docMetadata/LabelInfo.xml><?xml version="1.0" encoding="utf-8"?>
<LabelList xmlns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</Words>
  <Application>Microsoft Macintosh PowerPoint</Application>
  <PresentationFormat>Widescreen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Inter</vt:lpstr>
      <vt:lpstr>Office Theme</vt:lpstr>
      <vt:lpstr>Aura:  An Ecosystem of Support for the Fourth Trimester </vt:lpstr>
      <vt:lpstr>The Problem:  The Postpartum Care Paradox  – A Systemic Failure</vt:lpstr>
      <vt:lpstr>Our Solution: The Aura Ecosystem™</vt:lpstr>
      <vt:lpstr>The Decision Matrix</vt:lpstr>
      <vt:lpstr>Market Landscape:  Why Existing Products Fall Short ──────────────────── </vt:lpstr>
      <vt:lpstr>Why Aura is the Compelling Choice.</vt:lpstr>
      <vt:lpstr>The Path to Prototype:  Software Resources</vt:lpstr>
      <vt:lpstr>The Path to Prototype:  Skills &amp; Resources</vt:lpstr>
      <vt:lpstr>The Biggest Risk:  Emotional Over-Dependency</vt:lpstr>
      <vt:lpstr>Who cares?  </vt:lpstr>
      <vt:lpstr>Join the Ecosystem.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OpenRenderKit Sanitized Regression Deck</dc:title>
  <dc:subject>Sanitized PPTX regression fixture</dc:subject>
  <dc:creator>OpenRenderKit</dc:creator>
  <cp:keywords>sanitized,fixture,regression</cp:keywords>
  <dc:description>Sanitized regression fixture derived from a complex source deck.</dc:description>
  <cp:lastModifiedBy>OpenRenderKit</cp:lastModifiedBy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